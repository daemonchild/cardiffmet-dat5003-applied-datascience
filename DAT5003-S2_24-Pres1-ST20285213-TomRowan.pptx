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65" r:id="rId5"/>
    <p:sldId id="261" r:id="rId6"/>
    <p:sldId id="262" r:id="rId7"/>
    <p:sldId id="266" r:id="rId8"/>
    <p:sldId id="267" r:id="rId9"/>
    <p:sldId id="264" r:id="rId10"/>
    <p:sldId id="263" r:id="rId11"/>
    <p:sldId id="270" r:id="rId12"/>
    <p:sldId id="273"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3A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25"/>
    <p:restoredTop sz="67394"/>
  </p:normalViewPr>
  <p:slideViewPr>
    <p:cSldViewPr snapToGrid="0">
      <p:cViewPr>
        <p:scale>
          <a:sx n="110" d="100"/>
          <a:sy n="110" d="100"/>
        </p:scale>
        <p:origin x="904"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3AE983-4902-4B53-9D1E-145B1E2EA219}" type="doc">
      <dgm:prSet loTypeId="urn:microsoft.com/office/officeart/2018/2/layout/IconLabelList" loCatId="icon" qsTypeId="urn:microsoft.com/office/officeart/2005/8/quickstyle/simple1" qsCatId="simple" csTypeId="urn:microsoft.com/office/officeart/2005/8/colors/accent4_5" csCatId="accent4" phldr="1"/>
      <dgm:spPr/>
      <dgm:t>
        <a:bodyPr/>
        <a:lstStyle/>
        <a:p>
          <a:endParaRPr lang="en-US"/>
        </a:p>
      </dgm:t>
    </dgm:pt>
    <dgm:pt modelId="{854551E3-AF0E-45D2-959D-719D4BB690E8}">
      <dgm:prSet custT="1"/>
      <dgm:spPr/>
      <dgm:t>
        <a:bodyPr/>
        <a:lstStyle/>
        <a:p>
          <a:pPr>
            <a:lnSpc>
              <a:spcPct val="100000"/>
            </a:lnSpc>
          </a:pPr>
          <a:r>
            <a:rPr lang="en-GB" sz="2000"/>
            <a:t>Choosing a Relevant Question</a:t>
          </a:r>
          <a:endParaRPr lang="en-US" sz="2000" dirty="0"/>
        </a:p>
      </dgm:t>
    </dgm:pt>
    <dgm:pt modelId="{E8EB76B0-04EF-4502-AC34-0BF0F24D9A9D}" type="parTrans" cxnId="{94546DC4-BE62-4066-A92C-D21753DB7734}">
      <dgm:prSet/>
      <dgm:spPr/>
      <dgm:t>
        <a:bodyPr/>
        <a:lstStyle/>
        <a:p>
          <a:endParaRPr lang="en-US" sz="2400"/>
        </a:p>
      </dgm:t>
    </dgm:pt>
    <dgm:pt modelId="{6C4697E2-DD75-40A4-B1FA-CC8BE3F96A45}" type="sibTrans" cxnId="{94546DC4-BE62-4066-A92C-D21753DB7734}">
      <dgm:prSet/>
      <dgm:spPr/>
      <dgm:t>
        <a:bodyPr/>
        <a:lstStyle/>
        <a:p>
          <a:endParaRPr lang="en-US" sz="2400"/>
        </a:p>
      </dgm:t>
    </dgm:pt>
    <dgm:pt modelId="{5600EB54-EC4E-4989-AD45-05B87079495C}">
      <dgm:prSet custT="1"/>
      <dgm:spPr/>
      <dgm:t>
        <a:bodyPr/>
        <a:lstStyle/>
        <a:p>
          <a:pPr>
            <a:lnSpc>
              <a:spcPct val="100000"/>
            </a:lnSpc>
          </a:pPr>
          <a:r>
            <a:rPr lang="en-GB" sz="2000"/>
            <a:t>Reference Resources</a:t>
          </a:r>
          <a:endParaRPr lang="en-US" sz="2000"/>
        </a:p>
      </dgm:t>
    </dgm:pt>
    <dgm:pt modelId="{ED77F64A-C247-4EF2-9F18-2FD52BC9451B}" type="parTrans" cxnId="{B17C602C-2CFC-45E0-BD5B-9727B87A9C34}">
      <dgm:prSet/>
      <dgm:spPr/>
      <dgm:t>
        <a:bodyPr/>
        <a:lstStyle/>
        <a:p>
          <a:endParaRPr lang="en-US" sz="2400"/>
        </a:p>
      </dgm:t>
    </dgm:pt>
    <dgm:pt modelId="{CE95E586-B976-4281-9B10-46451E1CDA82}" type="sibTrans" cxnId="{B17C602C-2CFC-45E0-BD5B-9727B87A9C34}">
      <dgm:prSet/>
      <dgm:spPr/>
      <dgm:t>
        <a:bodyPr/>
        <a:lstStyle/>
        <a:p>
          <a:endParaRPr lang="en-US" sz="2400"/>
        </a:p>
      </dgm:t>
    </dgm:pt>
    <dgm:pt modelId="{82A7E03C-A40C-45FE-B98C-12EA2711467B}">
      <dgm:prSet custT="1"/>
      <dgm:spPr/>
      <dgm:t>
        <a:bodyPr/>
        <a:lstStyle/>
        <a:p>
          <a:pPr>
            <a:lnSpc>
              <a:spcPct val="100000"/>
            </a:lnSpc>
          </a:pPr>
          <a:r>
            <a:rPr lang="en-GB" sz="2000"/>
            <a:t>Preprocessing Challenges</a:t>
          </a:r>
          <a:endParaRPr lang="en-US" sz="2000"/>
        </a:p>
      </dgm:t>
    </dgm:pt>
    <dgm:pt modelId="{E034C870-8762-475F-A7CA-84070EE87CC3}" type="parTrans" cxnId="{A7A5C2A5-8060-4F15-BBC8-9C1ABE962522}">
      <dgm:prSet/>
      <dgm:spPr/>
      <dgm:t>
        <a:bodyPr/>
        <a:lstStyle/>
        <a:p>
          <a:endParaRPr lang="en-US" sz="2400"/>
        </a:p>
      </dgm:t>
    </dgm:pt>
    <dgm:pt modelId="{F8ECBC54-2BF9-459A-86E3-B67E09FCE5AA}" type="sibTrans" cxnId="{A7A5C2A5-8060-4F15-BBC8-9C1ABE962522}">
      <dgm:prSet/>
      <dgm:spPr/>
      <dgm:t>
        <a:bodyPr/>
        <a:lstStyle/>
        <a:p>
          <a:endParaRPr lang="en-US" sz="2400"/>
        </a:p>
      </dgm:t>
    </dgm:pt>
    <dgm:pt modelId="{07F8A1E3-CE61-40CE-BEC9-4E84A53A4409}">
      <dgm:prSet custT="1"/>
      <dgm:spPr/>
      <dgm:t>
        <a:bodyPr/>
        <a:lstStyle/>
        <a:p>
          <a:pPr>
            <a:lnSpc>
              <a:spcPct val="100000"/>
            </a:lnSpc>
          </a:pPr>
          <a:r>
            <a:rPr lang="en-GB" sz="2000" dirty="0"/>
            <a:t>Answering the Question: </a:t>
          </a:r>
          <a:br>
            <a:rPr lang="en-GB" sz="2000" dirty="0"/>
          </a:br>
          <a:r>
            <a:rPr lang="en-GB" sz="2000" dirty="0"/>
            <a:t>Data Analysis</a:t>
          </a:r>
          <a:endParaRPr lang="en-US" sz="2000" dirty="0"/>
        </a:p>
      </dgm:t>
    </dgm:pt>
    <dgm:pt modelId="{08357E42-98D8-4460-91AC-EE197F72C08C}" type="parTrans" cxnId="{A8141501-4D15-4290-BA15-BB6F013B017C}">
      <dgm:prSet/>
      <dgm:spPr/>
      <dgm:t>
        <a:bodyPr/>
        <a:lstStyle/>
        <a:p>
          <a:endParaRPr lang="en-US" sz="2400"/>
        </a:p>
      </dgm:t>
    </dgm:pt>
    <dgm:pt modelId="{5C412739-F47A-46E4-ABCF-2A915E4906FE}" type="sibTrans" cxnId="{A8141501-4D15-4290-BA15-BB6F013B017C}">
      <dgm:prSet/>
      <dgm:spPr/>
      <dgm:t>
        <a:bodyPr/>
        <a:lstStyle/>
        <a:p>
          <a:endParaRPr lang="en-US" sz="2400"/>
        </a:p>
      </dgm:t>
    </dgm:pt>
    <dgm:pt modelId="{03135617-69F6-49C3-9FCB-5B7A6E84D160}">
      <dgm:prSet custT="1"/>
      <dgm:spPr/>
      <dgm:t>
        <a:bodyPr/>
        <a:lstStyle/>
        <a:p>
          <a:pPr>
            <a:lnSpc>
              <a:spcPct val="100000"/>
            </a:lnSpc>
          </a:pPr>
          <a:r>
            <a:rPr lang="en-GB" sz="2000"/>
            <a:t>Limitations of the Dataset</a:t>
          </a:r>
          <a:endParaRPr lang="en-US" sz="2000"/>
        </a:p>
      </dgm:t>
    </dgm:pt>
    <dgm:pt modelId="{C3D9DC99-DFFA-4268-BC5B-514C77655944}" type="parTrans" cxnId="{DEA6D4B3-B1F3-4B2F-A4C3-503B988A51A0}">
      <dgm:prSet/>
      <dgm:spPr/>
      <dgm:t>
        <a:bodyPr/>
        <a:lstStyle/>
        <a:p>
          <a:endParaRPr lang="en-US" sz="2400"/>
        </a:p>
      </dgm:t>
    </dgm:pt>
    <dgm:pt modelId="{3171B181-48D0-40DA-8611-105525539B1A}" type="sibTrans" cxnId="{DEA6D4B3-B1F3-4B2F-A4C3-503B988A51A0}">
      <dgm:prSet/>
      <dgm:spPr/>
      <dgm:t>
        <a:bodyPr/>
        <a:lstStyle/>
        <a:p>
          <a:endParaRPr lang="en-US" sz="2400"/>
        </a:p>
      </dgm:t>
    </dgm:pt>
    <dgm:pt modelId="{C9092D43-180C-4F78-AD43-2F9D0EDA5873}" type="pres">
      <dgm:prSet presAssocID="{FE3AE983-4902-4B53-9D1E-145B1E2EA219}" presName="root" presStyleCnt="0">
        <dgm:presLayoutVars>
          <dgm:dir/>
          <dgm:resizeHandles val="exact"/>
        </dgm:presLayoutVars>
      </dgm:prSet>
      <dgm:spPr/>
    </dgm:pt>
    <dgm:pt modelId="{5DBAEB50-4BB5-45D4-8C40-2F9D7B785F35}" type="pres">
      <dgm:prSet presAssocID="{854551E3-AF0E-45D2-959D-719D4BB690E8}" presName="compNode" presStyleCnt="0"/>
      <dgm:spPr/>
    </dgm:pt>
    <dgm:pt modelId="{42370A77-5CCF-4FE1-8B73-85892BCF188D}" type="pres">
      <dgm:prSet presAssocID="{854551E3-AF0E-45D2-959D-719D4BB690E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CBAA6E60-E1CB-4B12-89EA-92774FF2F7C1}" type="pres">
      <dgm:prSet presAssocID="{854551E3-AF0E-45D2-959D-719D4BB690E8}" presName="spaceRect" presStyleCnt="0"/>
      <dgm:spPr/>
    </dgm:pt>
    <dgm:pt modelId="{36403601-EDF1-4251-8A3E-CD5313DB3D88}" type="pres">
      <dgm:prSet presAssocID="{854551E3-AF0E-45D2-959D-719D4BB690E8}" presName="textRect" presStyleLbl="revTx" presStyleIdx="0" presStyleCnt="5">
        <dgm:presLayoutVars>
          <dgm:chMax val="1"/>
          <dgm:chPref val="1"/>
        </dgm:presLayoutVars>
      </dgm:prSet>
      <dgm:spPr/>
    </dgm:pt>
    <dgm:pt modelId="{3F17EC2B-2A9E-4A74-82BD-32C5D9A950A8}" type="pres">
      <dgm:prSet presAssocID="{6C4697E2-DD75-40A4-B1FA-CC8BE3F96A45}" presName="sibTrans" presStyleCnt="0"/>
      <dgm:spPr/>
    </dgm:pt>
    <dgm:pt modelId="{6E75C934-4727-4616-B79A-59944BF7ECBF}" type="pres">
      <dgm:prSet presAssocID="{5600EB54-EC4E-4989-AD45-05B87079495C}" presName="compNode" presStyleCnt="0"/>
      <dgm:spPr/>
    </dgm:pt>
    <dgm:pt modelId="{7793A0D1-5C0A-4C2D-9AB0-437DC9857B30}" type="pres">
      <dgm:prSet presAssocID="{5600EB54-EC4E-4989-AD45-05B87079495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C87FE10D-8324-4F56-850E-1A555F896487}" type="pres">
      <dgm:prSet presAssocID="{5600EB54-EC4E-4989-AD45-05B87079495C}" presName="spaceRect" presStyleCnt="0"/>
      <dgm:spPr/>
    </dgm:pt>
    <dgm:pt modelId="{BCF3BCDA-B5E1-4DE4-B631-75124A669022}" type="pres">
      <dgm:prSet presAssocID="{5600EB54-EC4E-4989-AD45-05B87079495C}" presName="textRect" presStyleLbl="revTx" presStyleIdx="1" presStyleCnt="5">
        <dgm:presLayoutVars>
          <dgm:chMax val="1"/>
          <dgm:chPref val="1"/>
        </dgm:presLayoutVars>
      </dgm:prSet>
      <dgm:spPr/>
    </dgm:pt>
    <dgm:pt modelId="{03BA8714-F30F-4302-8FCC-86AB959B7BE7}" type="pres">
      <dgm:prSet presAssocID="{CE95E586-B976-4281-9B10-46451E1CDA82}" presName="sibTrans" presStyleCnt="0"/>
      <dgm:spPr/>
    </dgm:pt>
    <dgm:pt modelId="{E6B16C66-8275-4B70-BB0F-70F684FC978E}" type="pres">
      <dgm:prSet presAssocID="{82A7E03C-A40C-45FE-B98C-12EA2711467B}" presName="compNode" presStyleCnt="0"/>
      <dgm:spPr/>
    </dgm:pt>
    <dgm:pt modelId="{B34CD339-D9CB-4956-9214-CCABB272655A}" type="pres">
      <dgm:prSet presAssocID="{82A7E03C-A40C-45FE-B98C-12EA2711467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rning"/>
        </a:ext>
      </dgm:extLst>
    </dgm:pt>
    <dgm:pt modelId="{FCD34583-9C0F-45DA-A808-B9D49FBC9D30}" type="pres">
      <dgm:prSet presAssocID="{82A7E03C-A40C-45FE-B98C-12EA2711467B}" presName="spaceRect" presStyleCnt="0"/>
      <dgm:spPr/>
    </dgm:pt>
    <dgm:pt modelId="{019C4514-7C75-4710-9292-5ECA63E24299}" type="pres">
      <dgm:prSet presAssocID="{82A7E03C-A40C-45FE-B98C-12EA2711467B}" presName="textRect" presStyleLbl="revTx" presStyleIdx="2" presStyleCnt="5">
        <dgm:presLayoutVars>
          <dgm:chMax val="1"/>
          <dgm:chPref val="1"/>
        </dgm:presLayoutVars>
      </dgm:prSet>
      <dgm:spPr/>
    </dgm:pt>
    <dgm:pt modelId="{3CDFCBD6-E2F1-4360-B70C-4122410EF29B}" type="pres">
      <dgm:prSet presAssocID="{F8ECBC54-2BF9-459A-86E3-B67E09FCE5AA}" presName="sibTrans" presStyleCnt="0"/>
      <dgm:spPr/>
    </dgm:pt>
    <dgm:pt modelId="{00D69F38-F21B-40EF-BC11-C48DFAE407BD}" type="pres">
      <dgm:prSet presAssocID="{07F8A1E3-CE61-40CE-BEC9-4E84A53A4409}" presName="compNode" presStyleCnt="0"/>
      <dgm:spPr/>
    </dgm:pt>
    <dgm:pt modelId="{0DA2E5C6-5718-4C19-97A9-8B7FA5E63418}" type="pres">
      <dgm:prSet presAssocID="{07F8A1E3-CE61-40CE-BEC9-4E84A53A440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03C62DB8-8ACE-4EB3-A596-99BC7069B46D}" type="pres">
      <dgm:prSet presAssocID="{07F8A1E3-CE61-40CE-BEC9-4E84A53A4409}" presName="spaceRect" presStyleCnt="0"/>
      <dgm:spPr/>
    </dgm:pt>
    <dgm:pt modelId="{9E62169D-8162-456C-AF15-86F0E09D0AED}" type="pres">
      <dgm:prSet presAssocID="{07F8A1E3-CE61-40CE-BEC9-4E84A53A4409}" presName="textRect" presStyleLbl="revTx" presStyleIdx="3" presStyleCnt="5">
        <dgm:presLayoutVars>
          <dgm:chMax val="1"/>
          <dgm:chPref val="1"/>
        </dgm:presLayoutVars>
      </dgm:prSet>
      <dgm:spPr/>
    </dgm:pt>
    <dgm:pt modelId="{21AE64AB-41BB-4B6C-B3E0-BAFA6F4E2E58}" type="pres">
      <dgm:prSet presAssocID="{5C412739-F47A-46E4-ABCF-2A915E4906FE}" presName="sibTrans" presStyleCnt="0"/>
      <dgm:spPr/>
    </dgm:pt>
    <dgm:pt modelId="{E6B46E91-EE0B-4BD5-95D9-B6FC31E11F41}" type="pres">
      <dgm:prSet presAssocID="{03135617-69F6-49C3-9FCB-5B7A6E84D160}" presName="compNode" presStyleCnt="0"/>
      <dgm:spPr/>
    </dgm:pt>
    <dgm:pt modelId="{8D014449-AE4E-42B8-911F-4A12F8E32528}" type="pres">
      <dgm:prSet presAssocID="{03135617-69F6-49C3-9FCB-5B7A6E84D16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3395F6E9-4164-402A-B035-8739358A56AC}" type="pres">
      <dgm:prSet presAssocID="{03135617-69F6-49C3-9FCB-5B7A6E84D160}" presName="spaceRect" presStyleCnt="0"/>
      <dgm:spPr/>
    </dgm:pt>
    <dgm:pt modelId="{1846F7D6-1C16-4E27-8EC0-73F9F16377E0}" type="pres">
      <dgm:prSet presAssocID="{03135617-69F6-49C3-9FCB-5B7A6E84D160}" presName="textRect" presStyleLbl="revTx" presStyleIdx="4" presStyleCnt="5">
        <dgm:presLayoutVars>
          <dgm:chMax val="1"/>
          <dgm:chPref val="1"/>
        </dgm:presLayoutVars>
      </dgm:prSet>
      <dgm:spPr/>
    </dgm:pt>
  </dgm:ptLst>
  <dgm:cxnLst>
    <dgm:cxn modelId="{A8141501-4D15-4290-BA15-BB6F013B017C}" srcId="{FE3AE983-4902-4B53-9D1E-145B1E2EA219}" destId="{07F8A1E3-CE61-40CE-BEC9-4E84A53A4409}" srcOrd="3" destOrd="0" parTransId="{08357E42-98D8-4460-91AC-EE197F72C08C}" sibTransId="{5C412739-F47A-46E4-ABCF-2A915E4906FE}"/>
    <dgm:cxn modelId="{B17C602C-2CFC-45E0-BD5B-9727B87A9C34}" srcId="{FE3AE983-4902-4B53-9D1E-145B1E2EA219}" destId="{5600EB54-EC4E-4989-AD45-05B87079495C}" srcOrd="1" destOrd="0" parTransId="{ED77F64A-C247-4EF2-9F18-2FD52BC9451B}" sibTransId="{CE95E586-B976-4281-9B10-46451E1CDA82}"/>
    <dgm:cxn modelId="{E24F4C3B-AE1C-47A1-B1EC-EA3566F5B50B}" type="presOf" srcId="{07F8A1E3-CE61-40CE-BEC9-4E84A53A4409}" destId="{9E62169D-8162-456C-AF15-86F0E09D0AED}" srcOrd="0" destOrd="0" presId="urn:microsoft.com/office/officeart/2018/2/layout/IconLabelList"/>
    <dgm:cxn modelId="{1EF5E944-E1E1-4FD4-AB5E-D61C200CBA23}" type="presOf" srcId="{03135617-69F6-49C3-9FCB-5B7A6E84D160}" destId="{1846F7D6-1C16-4E27-8EC0-73F9F16377E0}" srcOrd="0" destOrd="0" presId="urn:microsoft.com/office/officeart/2018/2/layout/IconLabelList"/>
    <dgm:cxn modelId="{0CD9C75B-877B-48DA-8FB2-4D91BB9B4FFA}" type="presOf" srcId="{82A7E03C-A40C-45FE-B98C-12EA2711467B}" destId="{019C4514-7C75-4710-9292-5ECA63E24299}" srcOrd="0" destOrd="0" presId="urn:microsoft.com/office/officeart/2018/2/layout/IconLabelList"/>
    <dgm:cxn modelId="{B4DB4177-0E8D-4073-9E53-8CF13727EE2D}" type="presOf" srcId="{5600EB54-EC4E-4989-AD45-05B87079495C}" destId="{BCF3BCDA-B5E1-4DE4-B631-75124A669022}" srcOrd="0" destOrd="0" presId="urn:microsoft.com/office/officeart/2018/2/layout/IconLabelList"/>
    <dgm:cxn modelId="{A7A5C2A5-8060-4F15-BBC8-9C1ABE962522}" srcId="{FE3AE983-4902-4B53-9D1E-145B1E2EA219}" destId="{82A7E03C-A40C-45FE-B98C-12EA2711467B}" srcOrd="2" destOrd="0" parTransId="{E034C870-8762-475F-A7CA-84070EE87CC3}" sibTransId="{F8ECBC54-2BF9-459A-86E3-B67E09FCE5AA}"/>
    <dgm:cxn modelId="{799CFEA5-4C45-4E1A-86B7-EF61B79ABB7D}" type="presOf" srcId="{854551E3-AF0E-45D2-959D-719D4BB690E8}" destId="{36403601-EDF1-4251-8A3E-CD5313DB3D88}" srcOrd="0" destOrd="0" presId="urn:microsoft.com/office/officeart/2018/2/layout/IconLabelList"/>
    <dgm:cxn modelId="{2696E3AB-B2C8-42D9-A834-6BD6CE87CB11}" type="presOf" srcId="{FE3AE983-4902-4B53-9D1E-145B1E2EA219}" destId="{C9092D43-180C-4F78-AD43-2F9D0EDA5873}" srcOrd="0" destOrd="0" presId="urn:microsoft.com/office/officeart/2018/2/layout/IconLabelList"/>
    <dgm:cxn modelId="{DEA6D4B3-B1F3-4B2F-A4C3-503B988A51A0}" srcId="{FE3AE983-4902-4B53-9D1E-145B1E2EA219}" destId="{03135617-69F6-49C3-9FCB-5B7A6E84D160}" srcOrd="4" destOrd="0" parTransId="{C3D9DC99-DFFA-4268-BC5B-514C77655944}" sibTransId="{3171B181-48D0-40DA-8611-105525539B1A}"/>
    <dgm:cxn modelId="{94546DC4-BE62-4066-A92C-D21753DB7734}" srcId="{FE3AE983-4902-4B53-9D1E-145B1E2EA219}" destId="{854551E3-AF0E-45D2-959D-719D4BB690E8}" srcOrd="0" destOrd="0" parTransId="{E8EB76B0-04EF-4502-AC34-0BF0F24D9A9D}" sibTransId="{6C4697E2-DD75-40A4-B1FA-CC8BE3F96A45}"/>
    <dgm:cxn modelId="{5B417ED5-27DF-4982-ACE6-F9C11E83037C}" type="presParOf" srcId="{C9092D43-180C-4F78-AD43-2F9D0EDA5873}" destId="{5DBAEB50-4BB5-45D4-8C40-2F9D7B785F35}" srcOrd="0" destOrd="0" presId="urn:microsoft.com/office/officeart/2018/2/layout/IconLabelList"/>
    <dgm:cxn modelId="{C7D0C465-2169-4589-AFE9-99B57E026762}" type="presParOf" srcId="{5DBAEB50-4BB5-45D4-8C40-2F9D7B785F35}" destId="{42370A77-5CCF-4FE1-8B73-85892BCF188D}" srcOrd="0" destOrd="0" presId="urn:microsoft.com/office/officeart/2018/2/layout/IconLabelList"/>
    <dgm:cxn modelId="{D437D49F-E305-49EA-B865-6F8B81D02BA1}" type="presParOf" srcId="{5DBAEB50-4BB5-45D4-8C40-2F9D7B785F35}" destId="{CBAA6E60-E1CB-4B12-89EA-92774FF2F7C1}" srcOrd="1" destOrd="0" presId="urn:microsoft.com/office/officeart/2018/2/layout/IconLabelList"/>
    <dgm:cxn modelId="{A7C5998E-0AFD-49CF-9C04-ED5EEED78C1E}" type="presParOf" srcId="{5DBAEB50-4BB5-45D4-8C40-2F9D7B785F35}" destId="{36403601-EDF1-4251-8A3E-CD5313DB3D88}" srcOrd="2" destOrd="0" presId="urn:microsoft.com/office/officeart/2018/2/layout/IconLabelList"/>
    <dgm:cxn modelId="{BB241317-D79F-411C-9FE8-EC3A9247159E}" type="presParOf" srcId="{C9092D43-180C-4F78-AD43-2F9D0EDA5873}" destId="{3F17EC2B-2A9E-4A74-82BD-32C5D9A950A8}" srcOrd="1" destOrd="0" presId="urn:microsoft.com/office/officeart/2018/2/layout/IconLabelList"/>
    <dgm:cxn modelId="{0278233F-B8E6-47CF-A757-74FB078EF06F}" type="presParOf" srcId="{C9092D43-180C-4F78-AD43-2F9D0EDA5873}" destId="{6E75C934-4727-4616-B79A-59944BF7ECBF}" srcOrd="2" destOrd="0" presId="urn:microsoft.com/office/officeart/2018/2/layout/IconLabelList"/>
    <dgm:cxn modelId="{652E1A5C-59B1-42D6-8FAD-2000604F819D}" type="presParOf" srcId="{6E75C934-4727-4616-B79A-59944BF7ECBF}" destId="{7793A0D1-5C0A-4C2D-9AB0-437DC9857B30}" srcOrd="0" destOrd="0" presId="urn:microsoft.com/office/officeart/2018/2/layout/IconLabelList"/>
    <dgm:cxn modelId="{DF3B1D6B-51D7-4A2A-B8E1-C3BF8FEA76BE}" type="presParOf" srcId="{6E75C934-4727-4616-B79A-59944BF7ECBF}" destId="{C87FE10D-8324-4F56-850E-1A555F896487}" srcOrd="1" destOrd="0" presId="urn:microsoft.com/office/officeart/2018/2/layout/IconLabelList"/>
    <dgm:cxn modelId="{56B43E9E-3C51-4E6F-B8CD-B5505E48E082}" type="presParOf" srcId="{6E75C934-4727-4616-B79A-59944BF7ECBF}" destId="{BCF3BCDA-B5E1-4DE4-B631-75124A669022}" srcOrd="2" destOrd="0" presId="urn:microsoft.com/office/officeart/2018/2/layout/IconLabelList"/>
    <dgm:cxn modelId="{B905D49F-ADB8-48E8-B952-75853AAAB00F}" type="presParOf" srcId="{C9092D43-180C-4F78-AD43-2F9D0EDA5873}" destId="{03BA8714-F30F-4302-8FCC-86AB959B7BE7}" srcOrd="3" destOrd="0" presId="urn:microsoft.com/office/officeart/2018/2/layout/IconLabelList"/>
    <dgm:cxn modelId="{CE2297AE-A1A5-4209-AB5D-66EB508B5ACA}" type="presParOf" srcId="{C9092D43-180C-4F78-AD43-2F9D0EDA5873}" destId="{E6B16C66-8275-4B70-BB0F-70F684FC978E}" srcOrd="4" destOrd="0" presId="urn:microsoft.com/office/officeart/2018/2/layout/IconLabelList"/>
    <dgm:cxn modelId="{15758554-62E1-4DA3-B4F6-AEB18F466598}" type="presParOf" srcId="{E6B16C66-8275-4B70-BB0F-70F684FC978E}" destId="{B34CD339-D9CB-4956-9214-CCABB272655A}" srcOrd="0" destOrd="0" presId="urn:microsoft.com/office/officeart/2018/2/layout/IconLabelList"/>
    <dgm:cxn modelId="{C3CF07A5-4A46-4B99-B5E6-415B0F40FAE4}" type="presParOf" srcId="{E6B16C66-8275-4B70-BB0F-70F684FC978E}" destId="{FCD34583-9C0F-45DA-A808-B9D49FBC9D30}" srcOrd="1" destOrd="0" presId="urn:microsoft.com/office/officeart/2018/2/layout/IconLabelList"/>
    <dgm:cxn modelId="{8063A4AE-E3E7-47BD-9AF7-D3241FDCAF92}" type="presParOf" srcId="{E6B16C66-8275-4B70-BB0F-70F684FC978E}" destId="{019C4514-7C75-4710-9292-5ECA63E24299}" srcOrd="2" destOrd="0" presId="urn:microsoft.com/office/officeart/2018/2/layout/IconLabelList"/>
    <dgm:cxn modelId="{E04736D4-FBB7-4A10-8A53-2C199B3BCC8F}" type="presParOf" srcId="{C9092D43-180C-4F78-AD43-2F9D0EDA5873}" destId="{3CDFCBD6-E2F1-4360-B70C-4122410EF29B}" srcOrd="5" destOrd="0" presId="urn:microsoft.com/office/officeart/2018/2/layout/IconLabelList"/>
    <dgm:cxn modelId="{67B826F0-8AE8-4188-8EA2-6A532B666CBF}" type="presParOf" srcId="{C9092D43-180C-4F78-AD43-2F9D0EDA5873}" destId="{00D69F38-F21B-40EF-BC11-C48DFAE407BD}" srcOrd="6" destOrd="0" presId="urn:microsoft.com/office/officeart/2018/2/layout/IconLabelList"/>
    <dgm:cxn modelId="{35B5738F-3D40-49D3-8710-CF11F1F9236F}" type="presParOf" srcId="{00D69F38-F21B-40EF-BC11-C48DFAE407BD}" destId="{0DA2E5C6-5718-4C19-97A9-8B7FA5E63418}" srcOrd="0" destOrd="0" presId="urn:microsoft.com/office/officeart/2018/2/layout/IconLabelList"/>
    <dgm:cxn modelId="{9222B14B-98D2-4661-9E7A-469D9BA7C147}" type="presParOf" srcId="{00D69F38-F21B-40EF-BC11-C48DFAE407BD}" destId="{03C62DB8-8ACE-4EB3-A596-99BC7069B46D}" srcOrd="1" destOrd="0" presId="urn:microsoft.com/office/officeart/2018/2/layout/IconLabelList"/>
    <dgm:cxn modelId="{A711B69C-BF0E-4E7C-9742-ED04811AB9F9}" type="presParOf" srcId="{00D69F38-F21B-40EF-BC11-C48DFAE407BD}" destId="{9E62169D-8162-456C-AF15-86F0E09D0AED}" srcOrd="2" destOrd="0" presId="urn:microsoft.com/office/officeart/2018/2/layout/IconLabelList"/>
    <dgm:cxn modelId="{3EA43110-8763-48F9-9006-89DD73EB9AFD}" type="presParOf" srcId="{C9092D43-180C-4F78-AD43-2F9D0EDA5873}" destId="{21AE64AB-41BB-4B6C-B3E0-BAFA6F4E2E58}" srcOrd="7" destOrd="0" presId="urn:microsoft.com/office/officeart/2018/2/layout/IconLabelList"/>
    <dgm:cxn modelId="{6F86339A-01F9-4A7A-8BAB-61FA7E572493}" type="presParOf" srcId="{C9092D43-180C-4F78-AD43-2F9D0EDA5873}" destId="{E6B46E91-EE0B-4BD5-95D9-B6FC31E11F41}" srcOrd="8" destOrd="0" presId="urn:microsoft.com/office/officeart/2018/2/layout/IconLabelList"/>
    <dgm:cxn modelId="{FF82481F-7BB8-4B4D-BB33-FED50C4B46F9}" type="presParOf" srcId="{E6B46E91-EE0B-4BD5-95D9-B6FC31E11F41}" destId="{8D014449-AE4E-42B8-911F-4A12F8E32528}" srcOrd="0" destOrd="0" presId="urn:microsoft.com/office/officeart/2018/2/layout/IconLabelList"/>
    <dgm:cxn modelId="{0AA54E61-9B3A-421D-8AE9-407176BD55C3}" type="presParOf" srcId="{E6B46E91-EE0B-4BD5-95D9-B6FC31E11F41}" destId="{3395F6E9-4164-402A-B035-8739358A56AC}" srcOrd="1" destOrd="0" presId="urn:microsoft.com/office/officeart/2018/2/layout/IconLabelList"/>
    <dgm:cxn modelId="{C091D480-FAA7-46F0-A54A-F6C460D775FE}" type="presParOf" srcId="{E6B46E91-EE0B-4BD5-95D9-B6FC31E11F41}" destId="{1846F7D6-1C16-4E27-8EC0-73F9F16377E0}" srcOrd="2" destOrd="0" presId="urn:microsoft.com/office/officeart/2018/2/layout/IconLabel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ECBD6D-44B0-4A0E-BCD5-97B5BA0A86CD}" type="doc">
      <dgm:prSet loTypeId="urn:microsoft.com/office/officeart/2018/5/layout/CenteredIconLabelDescriptionList" loCatId="icon" qsTypeId="urn:microsoft.com/office/officeart/2005/8/quickstyle/simple1" qsCatId="simple" csTypeId="urn:microsoft.com/office/officeart/2005/8/colors/accent4_5" csCatId="accent4" phldr="1"/>
      <dgm:spPr/>
      <dgm:t>
        <a:bodyPr/>
        <a:lstStyle/>
        <a:p>
          <a:endParaRPr lang="en-US"/>
        </a:p>
      </dgm:t>
    </dgm:pt>
    <dgm:pt modelId="{B7E0F70A-AE1C-47F0-A79B-5B45E326DA73}">
      <dgm:prSet/>
      <dgm:spPr/>
      <dgm:t>
        <a:bodyPr/>
        <a:lstStyle/>
        <a:p>
          <a:pPr>
            <a:lnSpc>
              <a:spcPct val="100000"/>
            </a:lnSpc>
            <a:defRPr b="1"/>
          </a:pPr>
          <a:r>
            <a:rPr lang="en-US" dirty="0"/>
            <a:t>The Dataset:</a:t>
          </a:r>
        </a:p>
      </dgm:t>
    </dgm:pt>
    <dgm:pt modelId="{DEDA7964-2281-4AE6-9997-F32D61AB3C30}" type="parTrans" cxnId="{7A81D27B-9014-4137-AF2A-4FE6DEA75CE2}">
      <dgm:prSet/>
      <dgm:spPr/>
      <dgm:t>
        <a:bodyPr/>
        <a:lstStyle/>
        <a:p>
          <a:endParaRPr lang="en-US"/>
        </a:p>
      </dgm:t>
    </dgm:pt>
    <dgm:pt modelId="{F380EC32-F33F-440B-A20A-3ADB12C0570A}" type="sibTrans" cxnId="{7A81D27B-9014-4137-AF2A-4FE6DEA75CE2}">
      <dgm:prSet/>
      <dgm:spPr/>
      <dgm:t>
        <a:bodyPr/>
        <a:lstStyle/>
        <a:p>
          <a:endParaRPr lang="en-US"/>
        </a:p>
      </dgm:t>
    </dgm:pt>
    <dgm:pt modelId="{E881815E-3ECC-4FE4-9445-76A23A88F7AC}">
      <dgm:prSet custT="1"/>
      <dgm:spPr/>
      <dgm:t>
        <a:bodyPr/>
        <a:lstStyle/>
        <a:p>
          <a:pPr>
            <a:lnSpc>
              <a:spcPct val="100000"/>
            </a:lnSpc>
          </a:pPr>
          <a:r>
            <a:rPr lang="en-US" sz="2800" dirty="0"/>
            <a:t>One year of pollution sensor readings in an Italian city </a:t>
          </a:r>
          <a:br>
            <a:rPr lang="en-US" sz="2800" dirty="0"/>
          </a:br>
          <a:r>
            <a:rPr lang="en-US" sz="2800" dirty="0"/>
            <a:t>from 2004 to 2005</a:t>
          </a:r>
        </a:p>
      </dgm:t>
    </dgm:pt>
    <dgm:pt modelId="{AB1476E8-C22B-4EE8-8FB5-5BE07FCCC6A4}" type="parTrans" cxnId="{F8C3ED74-3CA6-4E3E-A22C-70B5794A8723}">
      <dgm:prSet/>
      <dgm:spPr/>
      <dgm:t>
        <a:bodyPr/>
        <a:lstStyle/>
        <a:p>
          <a:endParaRPr lang="en-US"/>
        </a:p>
      </dgm:t>
    </dgm:pt>
    <dgm:pt modelId="{4579B38F-078E-48FB-9C4D-8A7DF997BA90}" type="sibTrans" cxnId="{F8C3ED74-3CA6-4E3E-A22C-70B5794A8723}">
      <dgm:prSet/>
      <dgm:spPr/>
      <dgm:t>
        <a:bodyPr/>
        <a:lstStyle/>
        <a:p>
          <a:endParaRPr lang="en-US"/>
        </a:p>
      </dgm:t>
    </dgm:pt>
    <dgm:pt modelId="{1161B080-F09D-4D5D-ADE6-13284D462FC7}">
      <dgm:prSet/>
      <dgm:spPr/>
      <dgm:t>
        <a:bodyPr/>
        <a:lstStyle/>
        <a:p>
          <a:pPr>
            <a:lnSpc>
              <a:spcPct val="100000"/>
            </a:lnSpc>
            <a:defRPr b="1"/>
          </a:pPr>
          <a:r>
            <a:rPr lang="en-US"/>
            <a:t>Analytical Questions:</a:t>
          </a:r>
        </a:p>
      </dgm:t>
    </dgm:pt>
    <dgm:pt modelId="{CED45175-F7B7-463D-B9C2-7B308284B394}" type="parTrans" cxnId="{7FFEB1A2-A663-432C-A2DE-B19A00DFD253}">
      <dgm:prSet/>
      <dgm:spPr/>
      <dgm:t>
        <a:bodyPr/>
        <a:lstStyle/>
        <a:p>
          <a:endParaRPr lang="en-US"/>
        </a:p>
      </dgm:t>
    </dgm:pt>
    <dgm:pt modelId="{4B50F4D2-EBC9-437F-8882-0B99113BE4AA}" type="sibTrans" cxnId="{7FFEB1A2-A663-432C-A2DE-B19A00DFD253}">
      <dgm:prSet/>
      <dgm:spPr/>
      <dgm:t>
        <a:bodyPr/>
        <a:lstStyle/>
        <a:p>
          <a:endParaRPr lang="en-US"/>
        </a:p>
      </dgm:t>
    </dgm:pt>
    <dgm:pt modelId="{14D58C65-D2DB-46A7-8617-F5A07954F33D}">
      <dgm:prSet/>
      <dgm:spPr/>
      <dgm:t>
        <a:bodyPr/>
        <a:lstStyle/>
        <a:p>
          <a:pPr>
            <a:lnSpc>
              <a:spcPct val="100000"/>
            </a:lnSpc>
          </a:pPr>
          <a:r>
            <a:rPr lang="en-GB" dirty="0"/>
            <a:t>Is it possible to </a:t>
          </a:r>
          <a:r>
            <a:rPr lang="en-GB" b="1" dirty="0"/>
            <a:t>predict future pollution levels</a:t>
          </a:r>
          <a:r>
            <a:rPr lang="en-GB" dirty="0"/>
            <a:t> based on historical data? </a:t>
          </a:r>
          <a:endParaRPr lang="en-US" dirty="0"/>
        </a:p>
      </dgm:t>
    </dgm:pt>
    <dgm:pt modelId="{D04BCCA3-690F-46BE-9023-EEEC4A9F05E4}" type="parTrans" cxnId="{C3E16D68-69D4-4A52-97B5-DA91E843329E}">
      <dgm:prSet/>
      <dgm:spPr/>
      <dgm:t>
        <a:bodyPr/>
        <a:lstStyle/>
        <a:p>
          <a:endParaRPr lang="en-US"/>
        </a:p>
      </dgm:t>
    </dgm:pt>
    <dgm:pt modelId="{7E8D89D9-0AA8-487B-8EAF-E05EA8F76B4B}" type="sibTrans" cxnId="{C3E16D68-69D4-4A52-97B5-DA91E843329E}">
      <dgm:prSet/>
      <dgm:spPr/>
      <dgm:t>
        <a:bodyPr/>
        <a:lstStyle/>
        <a:p>
          <a:endParaRPr lang="en-US"/>
        </a:p>
      </dgm:t>
    </dgm:pt>
    <dgm:pt modelId="{BC9162B7-CF9C-4CD7-AA3E-2C2350542C96}">
      <dgm:prSet/>
      <dgm:spPr/>
      <dgm:t>
        <a:bodyPr/>
        <a:lstStyle/>
        <a:p>
          <a:pPr>
            <a:lnSpc>
              <a:spcPct val="100000"/>
            </a:lnSpc>
          </a:pPr>
          <a:r>
            <a:rPr lang="en-GB" dirty="0"/>
            <a:t>And can this data be used to </a:t>
          </a:r>
          <a:r>
            <a:rPr lang="en-GB" b="1" dirty="0"/>
            <a:t>inform residents</a:t>
          </a:r>
          <a:r>
            <a:rPr lang="en-GB" dirty="0"/>
            <a:t> of the city about potentially </a:t>
          </a:r>
          <a:r>
            <a:rPr lang="en-GB" b="1" dirty="0"/>
            <a:t>risky times</a:t>
          </a:r>
          <a:r>
            <a:rPr lang="en-GB" dirty="0"/>
            <a:t>, and </a:t>
          </a:r>
          <a:r>
            <a:rPr lang="en-GB" b="1" dirty="0"/>
            <a:t>when to take precautions </a:t>
          </a:r>
          <a:r>
            <a:rPr lang="en-GB" dirty="0"/>
            <a:t>or to avoid going outside without a mask?</a:t>
          </a:r>
          <a:endParaRPr lang="en-US" dirty="0"/>
        </a:p>
      </dgm:t>
    </dgm:pt>
    <dgm:pt modelId="{C0599FB9-C417-4C0E-A469-210AFE54CC7B}" type="parTrans" cxnId="{FD6C581D-0A6F-4190-879B-6BF362A3AE43}">
      <dgm:prSet/>
      <dgm:spPr/>
      <dgm:t>
        <a:bodyPr/>
        <a:lstStyle/>
        <a:p>
          <a:endParaRPr lang="en-US"/>
        </a:p>
      </dgm:t>
    </dgm:pt>
    <dgm:pt modelId="{E8BF303C-C1DF-4194-9BA8-DB9B97C97DFD}" type="sibTrans" cxnId="{FD6C581D-0A6F-4190-879B-6BF362A3AE43}">
      <dgm:prSet/>
      <dgm:spPr/>
      <dgm:t>
        <a:bodyPr/>
        <a:lstStyle/>
        <a:p>
          <a:endParaRPr lang="en-US"/>
        </a:p>
      </dgm:t>
    </dgm:pt>
    <dgm:pt modelId="{70F3B107-A61C-4B61-9E94-CB6B945BF2F7}" type="pres">
      <dgm:prSet presAssocID="{04ECBD6D-44B0-4A0E-BCD5-97B5BA0A86CD}" presName="root" presStyleCnt="0">
        <dgm:presLayoutVars>
          <dgm:dir/>
          <dgm:resizeHandles val="exact"/>
        </dgm:presLayoutVars>
      </dgm:prSet>
      <dgm:spPr/>
    </dgm:pt>
    <dgm:pt modelId="{E18D054F-5F6C-47F5-B11B-FB9755387A61}" type="pres">
      <dgm:prSet presAssocID="{B7E0F70A-AE1C-47F0-A79B-5B45E326DA73}" presName="compNode" presStyleCnt="0"/>
      <dgm:spPr/>
    </dgm:pt>
    <dgm:pt modelId="{FEAB3F2B-DAE4-40F1-B2B1-5DF0F1DA7F7E}" type="pres">
      <dgm:prSet presAssocID="{B7E0F70A-AE1C-47F0-A79B-5B45E326DA7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C8C66249-EDF9-404E-BA0A-C2394202AA3E}" type="pres">
      <dgm:prSet presAssocID="{B7E0F70A-AE1C-47F0-A79B-5B45E326DA73}" presName="iconSpace" presStyleCnt="0"/>
      <dgm:spPr/>
    </dgm:pt>
    <dgm:pt modelId="{13D14F1F-DAE9-4130-B252-309413779EF0}" type="pres">
      <dgm:prSet presAssocID="{B7E0F70A-AE1C-47F0-A79B-5B45E326DA73}" presName="parTx" presStyleLbl="revTx" presStyleIdx="0" presStyleCnt="4">
        <dgm:presLayoutVars>
          <dgm:chMax val="0"/>
          <dgm:chPref val="0"/>
        </dgm:presLayoutVars>
      </dgm:prSet>
      <dgm:spPr/>
    </dgm:pt>
    <dgm:pt modelId="{72C06ABE-995E-4B29-9B1B-C92C7AF4F442}" type="pres">
      <dgm:prSet presAssocID="{B7E0F70A-AE1C-47F0-A79B-5B45E326DA73}" presName="txSpace" presStyleCnt="0"/>
      <dgm:spPr/>
    </dgm:pt>
    <dgm:pt modelId="{6F3BCF9A-F273-41A6-91FC-BEC565FC99E1}" type="pres">
      <dgm:prSet presAssocID="{B7E0F70A-AE1C-47F0-A79B-5B45E326DA73}" presName="desTx" presStyleLbl="revTx" presStyleIdx="1" presStyleCnt="4">
        <dgm:presLayoutVars/>
      </dgm:prSet>
      <dgm:spPr/>
    </dgm:pt>
    <dgm:pt modelId="{A76A5FA9-3924-45DA-A080-587923FD739F}" type="pres">
      <dgm:prSet presAssocID="{F380EC32-F33F-440B-A20A-3ADB12C0570A}" presName="sibTrans" presStyleCnt="0"/>
      <dgm:spPr/>
    </dgm:pt>
    <dgm:pt modelId="{141BDCB4-2234-4D8C-B970-93FA918FE083}" type="pres">
      <dgm:prSet presAssocID="{1161B080-F09D-4D5D-ADE6-13284D462FC7}" presName="compNode" presStyleCnt="0"/>
      <dgm:spPr/>
    </dgm:pt>
    <dgm:pt modelId="{CDC2C2C8-59D5-4E86-A85D-96BC71EA8A50}" type="pres">
      <dgm:prSet presAssocID="{1161B080-F09D-4D5D-ADE6-13284D462FC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y"/>
        </a:ext>
      </dgm:extLst>
    </dgm:pt>
    <dgm:pt modelId="{8754C411-D89B-4244-8238-6BC88018DC52}" type="pres">
      <dgm:prSet presAssocID="{1161B080-F09D-4D5D-ADE6-13284D462FC7}" presName="iconSpace" presStyleCnt="0"/>
      <dgm:spPr/>
    </dgm:pt>
    <dgm:pt modelId="{9D7198F9-E15F-4D1F-91B2-8952BC311860}" type="pres">
      <dgm:prSet presAssocID="{1161B080-F09D-4D5D-ADE6-13284D462FC7}" presName="parTx" presStyleLbl="revTx" presStyleIdx="2" presStyleCnt="4">
        <dgm:presLayoutVars>
          <dgm:chMax val="0"/>
          <dgm:chPref val="0"/>
        </dgm:presLayoutVars>
      </dgm:prSet>
      <dgm:spPr/>
    </dgm:pt>
    <dgm:pt modelId="{FCB0C651-3EAC-451F-89C9-6096308B5D4C}" type="pres">
      <dgm:prSet presAssocID="{1161B080-F09D-4D5D-ADE6-13284D462FC7}" presName="txSpace" presStyleCnt="0"/>
      <dgm:spPr/>
    </dgm:pt>
    <dgm:pt modelId="{1D72C1DE-EF96-4237-A5C9-3885E544328D}" type="pres">
      <dgm:prSet presAssocID="{1161B080-F09D-4D5D-ADE6-13284D462FC7}" presName="desTx" presStyleLbl="revTx" presStyleIdx="3" presStyleCnt="4">
        <dgm:presLayoutVars/>
      </dgm:prSet>
      <dgm:spPr/>
    </dgm:pt>
  </dgm:ptLst>
  <dgm:cxnLst>
    <dgm:cxn modelId="{493B1408-6359-478C-8333-2868CBD6933D}" type="presOf" srcId="{1161B080-F09D-4D5D-ADE6-13284D462FC7}" destId="{9D7198F9-E15F-4D1F-91B2-8952BC311860}" srcOrd="0" destOrd="0" presId="urn:microsoft.com/office/officeart/2018/5/layout/CenteredIconLabelDescriptionList"/>
    <dgm:cxn modelId="{FD6C581D-0A6F-4190-879B-6BF362A3AE43}" srcId="{1161B080-F09D-4D5D-ADE6-13284D462FC7}" destId="{BC9162B7-CF9C-4CD7-AA3E-2C2350542C96}" srcOrd="1" destOrd="0" parTransId="{C0599FB9-C417-4C0E-A469-210AFE54CC7B}" sibTransId="{E8BF303C-C1DF-4194-9BA8-DB9B97C97DFD}"/>
    <dgm:cxn modelId="{C3E16D68-69D4-4A52-97B5-DA91E843329E}" srcId="{1161B080-F09D-4D5D-ADE6-13284D462FC7}" destId="{14D58C65-D2DB-46A7-8617-F5A07954F33D}" srcOrd="0" destOrd="0" parTransId="{D04BCCA3-690F-46BE-9023-EEEC4A9F05E4}" sibTransId="{7E8D89D9-0AA8-487B-8EAF-E05EA8F76B4B}"/>
    <dgm:cxn modelId="{6E994E6C-2BD7-421E-8625-386564C935E2}" type="presOf" srcId="{E881815E-3ECC-4FE4-9445-76A23A88F7AC}" destId="{6F3BCF9A-F273-41A6-91FC-BEC565FC99E1}" srcOrd="0" destOrd="0" presId="urn:microsoft.com/office/officeart/2018/5/layout/CenteredIconLabelDescriptionList"/>
    <dgm:cxn modelId="{F8C3ED74-3CA6-4E3E-A22C-70B5794A8723}" srcId="{B7E0F70A-AE1C-47F0-A79B-5B45E326DA73}" destId="{E881815E-3ECC-4FE4-9445-76A23A88F7AC}" srcOrd="0" destOrd="0" parTransId="{AB1476E8-C22B-4EE8-8FB5-5BE07FCCC6A4}" sibTransId="{4579B38F-078E-48FB-9C4D-8A7DF997BA90}"/>
    <dgm:cxn modelId="{7A81D27B-9014-4137-AF2A-4FE6DEA75CE2}" srcId="{04ECBD6D-44B0-4A0E-BCD5-97B5BA0A86CD}" destId="{B7E0F70A-AE1C-47F0-A79B-5B45E326DA73}" srcOrd="0" destOrd="0" parTransId="{DEDA7964-2281-4AE6-9997-F32D61AB3C30}" sibTransId="{F380EC32-F33F-440B-A20A-3ADB12C0570A}"/>
    <dgm:cxn modelId="{7FFEB1A2-A663-432C-A2DE-B19A00DFD253}" srcId="{04ECBD6D-44B0-4A0E-BCD5-97B5BA0A86CD}" destId="{1161B080-F09D-4D5D-ADE6-13284D462FC7}" srcOrd="1" destOrd="0" parTransId="{CED45175-F7B7-463D-B9C2-7B308284B394}" sibTransId="{4B50F4D2-EBC9-437F-8882-0B99113BE4AA}"/>
    <dgm:cxn modelId="{F4B852D6-59E2-4AF1-A8EE-7D8E121EE8A3}" type="presOf" srcId="{BC9162B7-CF9C-4CD7-AA3E-2C2350542C96}" destId="{1D72C1DE-EF96-4237-A5C9-3885E544328D}" srcOrd="0" destOrd="1" presId="urn:microsoft.com/office/officeart/2018/5/layout/CenteredIconLabelDescriptionList"/>
    <dgm:cxn modelId="{424323DF-71B0-4353-86B3-5B74976888BE}" type="presOf" srcId="{B7E0F70A-AE1C-47F0-A79B-5B45E326DA73}" destId="{13D14F1F-DAE9-4130-B252-309413779EF0}" srcOrd="0" destOrd="0" presId="urn:microsoft.com/office/officeart/2018/5/layout/CenteredIconLabelDescriptionList"/>
    <dgm:cxn modelId="{2D7CB3F6-DC5D-4A02-A5CE-4CDF246FE511}" type="presOf" srcId="{14D58C65-D2DB-46A7-8617-F5A07954F33D}" destId="{1D72C1DE-EF96-4237-A5C9-3885E544328D}" srcOrd="0" destOrd="0" presId="urn:microsoft.com/office/officeart/2018/5/layout/CenteredIconLabelDescriptionList"/>
    <dgm:cxn modelId="{CCE30DFF-7791-44FC-BCE2-18BCED70631F}" type="presOf" srcId="{04ECBD6D-44B0-4A0E-BCD5-97B5BA0A86CD}" destId="{70F3B107-A61C-4B61-9E94-CB6B945BF2F7}" srcOrd="0" destOrd="0" presId="urn:microsoft.com/office/officeart/2018/5/layout/CenteredIconLabelDescriptionList"/>
    <dgm:cxn modelId="{08DF399F-ABC3-487B-8D52-33D4EA867AB4}" type="presParOf" srcId="{70F3B107-A61C-4B61-9E94-CB6B945BF2F7}" destId="{E18D054F-5F6C-47F5-B11B-FB9755387A61}" srcOrd="0" destOrd="0" presId="urn:microsoft.com/office/officeart/2018/5/layout/CenteredIconLabelDescriptionList"/>
    <dgm:cxn modelId="{D046D405-9EDE-4F6C-9D61-4DDB6031E61B}" type="presParOf" srcId="{E18D054F-5F6C-47F5-B11B-FB9755387A61}" destId="{FEAB3F2B-DAE4-40F1-B2B1-5DF0F1DA7F7E}" srcOrd="0" destOrd="0" presId="urn:microsoft.com/office/officeart/2018/5/layout/CenteredIconLabelDescriptionList"/>
    <dgm:cxn modelId="{FEEEBA7C-7AE3-48D5-86AE-7001DC8D07ED}" type="presParOf" srcId="{E18D054F-5F6C-47F5-B11B-FB9755387A61}" destId="{C8C66249-EDF9-404E-BA0A-C2394202AA3E}" srcOrd="1" destOrd="0" presId="urn:microsoft.com/office/officeart/2018/5/layout/CenteredIconLabelDescriptionList"/>
    <dgm:cxn modelId="{9C422E2F-F205-4B29-9D29-368C3440FD80}" type="presParOf" srcId="{E18D054F-5F6C-47F5-B11B-FB9755387A61}" destId="{13D14F1F-DAE9-4130-B252-309413779EF0}" srcOrd="2" destOrd="0" presId="urn:microsoft.com/office/officeart/2018/5/layout/CenteredIconLabelDescriptionList"/>
    <dgm:cxn modelId="{F317F07B-643B-478B-B40D-9B07103659E3}" type="presParOf" srcId="{E18D054F-5F6C-47F5-B11B-FB9755387A61}" destId="{72C06ABE-995E-4B29-9B1B-C92C7AF4F442}" srcOrd="3" destOrd="0" presId="urn:microsoft.com/office/officeart/2018/5/layout/CenteredIconLabelDescriptionList"/>
    <dgm:cxn modelId="{D9FF47AB-80BF-4F62-9441-D852052E7D3A}" type="presParOf" srcId="{E18D054F-5F6C-47F5-B11B-FB9755387A61}" destId="{6F3BCF9A-F273-41A6-91FC-BEC565FC99E1}" srcOrd="4" destOrd="0" presId="urn:microsoft.com/office/officeart/2018/5/layout/CenteredIconLabelDescriptionList"/>
    <dgm:cxn modelId="{494768A0-D8B1-42B2-A8FC-B3176F844A91}" type="presParOf" srcId="{70F3B107-A61C-4B61-9E94-CB6B945BF2F7}" destId="{A76A5FA9-3924-45DA-A080-587923FD739F}" srcOrd="1" destOrd="0" presId="urn:microsoft.com/office/officeart/2018/5/layout/CenteredIconLabelDescriptionList"/>
    <dgm:cxn modelId="{FBF3A465-8AB4-4EEC-A9B2-34AD318FA6A7}" type="presParOf" srcId="{70F3B107-A61C-4B61-9E94-CB6B945BF2F7}" destId="{141BDCB4-2234-4D8C-B970-93FA918FE083}" srcOrd="2" destOrd="0" presId="urn:microsoft.com/office/officeart/2018/5/layout/CenteredIconLabelDescriptionList"/>
    <dgm:cxn modelId="{7EED9723-A573-4E6B-ABF5-7A7E6C248922}" type="presParOf" srcId="{141BDCB4-2234-4D8C-B970-93FA918FE083}" destId="{CDC2C2C8-59D5-4E86-A85D-96BC71EA8A50}" srcOrd="0" destOrd="0" presId="urn:microsoft.com/office/officeart/2018/5/layout/CenteredIconLabelDescriptionList"/>
    <dgm:cxn modelId="{0A334621-D59F-4618-AE1F-B3DB1D72D4D2}" type="presParOf" srcId="{141BDCB4-2234-4D8C-B970-93FA918FE083}" destId="{8754C411-D89B-4244-8238-6BC88018DC52}" srcOrd="1" destOrd="0" presId="urn:microsoft.com/office/officeart/2018/5/layout/CenteredIconLabelDescriptionList"/>
    <dgm:cxn modelId="{A0BE1033-7154-48D0-A433-1DDAEE6F6306}" type="presParOf" srcId="{141BDCB4-2234-4D8C-B970-93FA918FE083}" destId="{9D7198F9-E15F-4D1F-91B2-8952BC311860}" srcOrd="2" destOrd="0" presId="urn:microsoft.com/office/officeart/2018/5/layout/CenteredIconLabelDescriptionList"/>
    <dgm:cxn modelId="{2CCB130F-5556-4012-8165-718B5567331E}" type="presParOf" srcId="{141BDCB4-2234-4D8C-B970-93FA918FE083}" destId="{FCB0C651-3EAC-451F-89C9-6096308B5D4C}" srcOrd="3" destOrd="0" presId="urn:microsoft.com/office/officeart/2018/5/layout/CenteredIconLabelDescriptionList"/>
    <dgm:cxn modelId="{BAEE307E-3A0D-46DC-8519-7028EC540845}" type="presParOf" srcId="{141BDCB4-2234-4D8C-B970-93FA918FE083}" destId="{1D72C1DE-EF96-4237-A5C9-3885E544328D}"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8B6FA9-0CC0-4F8B-B82D-926BAC0DFF54}" type="doc">
      <dgm:prSet loTypeId="urn:microsoft.com/office/officeart/2018/5/layout/CenteredIconLabelDescriptionList" loCatId="icon" qsTypeId="urn:microsoft.com/office/officeart/2005/8/quickstyle/simple1" qsCatId="simple" csTypeId="urn:microsoft.com/office/officeart/2005/8/colors/accent4_5" csCatId="accent4" phldr="1"/>
      <dgm:spPr/>
      <dgm:t>
        <a:bodyPr/>
        <a:lstStyle/>
        <a:p>
          <a:endParaRPr lang="en-US"/>
        </a:p>
      </dgm:t>
    </dgm:pt>
    <dgm:pt modelId="{CE06D80D-BFC7-4EF4-9F0E-6B659CF9037A}">
      <dgm:prSet custT="1"/>
      <dgm:spPr/>
      <dgm:t>
        <a:bodyPr/>
        <a:lstStyle/>
        <a:p>
          <a:pPr>
            <a:lnSpc>
              <a:spcPct val="100000"/>
            </a:lnSpc>
            <a:defRPr b="1"/>
          </a:pPr>
          <a:r>
            <a:rPr lang="en-GB" sz="2400" dirty="0"/>
            <a:t>Reduced exposure to pollutants for:</a:t>
          </a:r>
          <a:endParaRPr lang="en-US" sz="2400" dirty="0"/>
        </a:p>
      </dgm:t>
    </dgm:pt>
    <dgm:pt modelId="{4D7E1844-9C95-47B8-8C87-BC4B2CC1FE61}" type="parTrans" cxnId="{6829E1FB-FC5A-4EFC-884F-60BD975A3279}">
      <dgm:prSet/>
      <dgm:spPr/>
      <dgm:t>
        <a:bodyPr/>
        <a:lstStyle/>
        <a:p>
          <a:endParaRPr lang="en-US" sz="2800"/>
        </a:p>
      </dgm:t>
    </dgm:pt>
    <dgm:pt modelId="{E8255454-D747-4AB5-9588-59788A37F6C8}" type="sibTrans" cxnId="{6829E1FB-FC5A-4EFC-884F-60BD975A3279}">
      <dgm:prSet/>
      <dgm:spPr/>
      <dgm:t>
        <a:bodyPr/>
        <a:lstStyle/>
        <a:p>
          <a:endParaRPr lang="en-US" sz="2800"/>
        </a:p>
      </dgm:t>
    </dgm:pt>
    <dgm:pt modelId="{F9B32237-4965-41E4-91E3-CF7030F0AF00}">
      <dgm:prSet custT="1"/>
      <dgm:spPr/>
      <dgm:t>
        <a:bodyPr/>
        <a:lstStyle/>
        <a:p>
          <a:pPr>
            <a:lnSpc>
              <a:spcPct val="100000"/>
            </a:lnSpc>
          </a:pPr>
          <a:r>
            <a:rPr lang="en-GB" sz="1800"/>
            <a:t>Those vulnerable due to respiratory conditions</a:t>
          </a:r>
          <a:endParaRPr lang="en-US" sz="1800"/>
        </a:p>
      </dgm:t>
    </dgm:pt>
    <dgm:pt modelId="{9EFCFEF6-037C-47C0-9C49-99186495D1B9}" type="parTrans" cxnId="{189F06AD-17C6-4577-8E32-72FF02C26688}">
      <dgm:prSet/>
      <dgm:spPr/>
      <dgm:t>
        <a:bodyPr/>
        <a:lstStyle/>
        <a:p>
          <a:endParaRPr lang="en-US" sz="2800"/>
        </a:p>
      </dgm:t>
    </dgm:pt>
    <dgm:pt modelId="{C5F2FA47-32B3-4F8E-812C-B48A92A29394}" type="sibTrans" cxnId="{189F06AD-17C6-4577-8E32-72FF02C26688}">
      <dgm:prSet/>
      <dgm:spPr/>
      <dgm:t>
        <a:bodyPr/>
        <a:lstStyle/>
        <a:p>
          <a:endParaRPr lang="en-US" sz="2800"/>
        </a:p>
      </dgm:t>
    </dgm:pt>
    <dgm:pt modelId="{CE94C4A2-163B-4C37-AD5B-5291750D16D1}">
      <dgm:prSet custT="1"/>
      <dgm:spPr/>
      <dgm:t>
        <a:bodyPr/>
        <a:lstStyle/>
        <a:p>
          <a:pPr>
            <a:lnSpc>
              <a:spcPct val="100000"/>
            </a:lnSpc>
          </a:pPr>
          <a:r>
            <a:rPr lang="en-GB" sz="1800"/>
            <a:t>Young children</a:t>
          </a:r>
          <a:endParaRPr lang="en-US" sz="1800"/>
        </a:p>
      </dgm:t>
    </dgm:pt>
    <dgm:pt modelId="{5F5947AF-91FA-4A73-925D-13248FA0B644}" type="parTrans" cxnId="{CE3B323D-30F0-457D-AD9E-3271D4A9F14C}">
      <dgm:prSet/>
      <dgm:spPr/>
      <dgm:t>
        <a:bodyPr/>
        <a:lstStyle/>
        <a:p>
          <a:endParaRPr lang="en-US" sz="2800"/>
        </a:p>
      </dgm:t>
    </dgm:pt>
    <dgm:pt modelId="{752D8669-BDAB-4A1E-B7EE-393961B84EDD}" type="sibTrans" cxnId="{CE3B323D-30F0-457D-AD9E-3271D4A9F14C}">
      <dgm:prSet/>
      <dgm:spPr/>
      <dgm:t>
        <a:bodyPr/>
        <a:lstStyle/>
        <a:p>
          <a:endParaRPr lang="en-US" sz="2800"/>
        </a:p>
      </dgm:t>
    </dgm:pt>
    <dgm:pt modelId="{BAB18854-96F6-45DB-B1DE-A5EBEE308743}">
      <dgm:prSet custT="1"/>
      <dgm:spPr/>
      <dgm:t>
        <a:bodyPr/>
        <a:lstStyle/>
        <a:p>
          <a:pPr>
            <a:lnSpc>
              <a:spcPct val="100000"/>
            </a:lnSpc>
            <a:defRPr b="1"/>
          </a:pPr>
          <a:r>
            <a:rPr lang="en-GB" sz="2400"/>
            <a:t>Support for policy and planning initiatives</a:t>
          </a:r>
          <a:endParaRPr lang="en-US" sz="2400"/>
        </a:p>
      </dgm:t>
    </dgm:pt>
    <dgm:pt modelId="{E4C0FC59-221B-4EB4-88A5-19F207187376}" type="parTrans" cxnId="{057B2578-D796-445C-A937-9FD2D7B4673F}">
      <dgm:prSet/>
      <dgm:spPr/>
      <dgm:t>
        <a:bodyPr/>
        <a:lstStyle/>
        <a:p>
          <a:endParaRPr lang="en-US" sz="2800"/>
        </a:p>
      </dgm:t>
    </dgm:pt>
    <dgm:pt modelId="{689628FB-E2CD-48BC-9EEA-8B99B16BB78D}" type="sibTrans" cxnId="{057B2578-D796-445C-A937-9FD2D7B4673F}">
      <dgm:prSet/>
      <dgm:spPr/>
      <dgm:t>
        <a:bodyPr/>
        <a:lstStyle/>
        <a:p>
          <a:endParaRPr lang="en-US" sz="2800"/>
        </a:p>
      </dgm:t>
    </dgm:pt>
    <dgm:pt modelId="{AFA5D82F-E71B-4273-97DC-0D0573F00C23}">
      <dgm:prSet custT="1"/>
      <dgm:spPr/>
      <dgm:t>
        <a:bodyPr/>
        <a:lstStyle/>
        <a:p>
          <a:pPr>
            <a:lnSpc>
              <a:spcPct val="100000"/>
            </a:lnSpc>
          </a:pPr>
          <a:r>
            <a:rPr lang="en-GB" sz="1800"/>
            <a:t>Implement traffic restrictions when high levels are predicted.</a:t>
          </a:r>
          <a:endParaRPr lang="en-US" sz="1800"/>
        </a:p>
      </dgm:t>
    </dgm:pt>
    <dgm:pt modelId="{D9CF33FC-CEDC-4849-9FB8-C49121B757D6}" type="parTrans" cxnId="{6F51F8C7-B76B-40C1-AEED-9FBEEA14695E}">
      <dgm:prSet/>
      <dgm:spPr/>
      <dgm:t>
        <a:bodyPr/>
        <a:lstStyle/>
        <a:p>
          <a:endParaRPr lang="en-US" sz="2800"/>
        </a:p>
      </dgm:t>
    </dgm:pt>
    <dgm:pt modelId="{9DC2BAEE-4692-4FD2-9B5D-DCD6BDC4D44B}" type="sibTrans" cxnId="{6F51F8C7-B76B-40C1-AEED-9FBEEA14695E}">
      <dgm:prSet/>
      <dgm:spPr/>
      <dgm:t>
        <a:bodyPr/>
        <a:lstStyle/>
        <a:p>
          <a:endParaRPr lang="en-US" sz="2800"/>
        </a:p>
      </dgm:t>
    </dgm:pt>
    <dgm:pt modelId="{8D2BA5BD-4973-4744-ACD1-9EC58543F874}">
      <dgm:prSet custT="1"/>
      <dgm:spPr/>
      <dgm:t>
        <a:bodyPr/>
        <a:lstStyle/>
        <a:p>
          <a:pPr>
            <a:lnSpc>
              <a:spcPct val="100000"/>
            </a:lnSpc>
          </a:pPr>
          <a:r>
            <a:rPr lang="en-GB" sz="1800"/>
            <a:t>Pedestrian only zones.</a:t>
          </a:r>
          <a:endParaRPr lang="en-US" sz="1800"/>
        </a:p>
      </dgm:t>
    </dgm:pt>
    <dgm:pt modelId="{F89B7629-8E94-4F8D-889F-0EB6A02DC7C7}" type="parTrans" cxnId="{A08B4D84-8337-4BF2-890B-5B87DF78ACAD}">
      <dgm:prSet/>
      <dgm:spPr/>
      <dgm:t>
        <a:bodyPr/>
        <a:lstStyle/>
        <a:p>
          <a:endParaRPr lang="en-US" sz="2800"/>
        </a:p>
      </dgm:t>
    </dgm:pt>
    <dgm:pt modelId="{7BBA0282-F078-4EBC-8416-A78ED0E09F3C}" type="sibTrans" cxnId="{A08B4D84-8337-4BF2-890B-5B87DF78ACAD}">
      <dgm:prSet/>
      <dgm:spPr/>
      <dgm:t>
        <a:bodyPr/>
        <a:lstStyle/>
        <a:p>
          <a:endParaRPr lang="en-US" sz="2800"/>
        </a:p>
      </dgm:t>
    </dgm:pt>
    <dgm:pt modelId="{EDCD37B7-9818-4DBE-918D-EF4A8B8FC038}">
      <dgm:prSet custT="1"/>
      <dgm:spPr/>
      <dgm:t>
        <a:bodyPr/>
        <a:lstStyle/>
        <a:p>
          <a:pPr>
            <a:lnSpc>
              <a:spcPct val="100000"/>
            </a:lnSpc>
            <a:defRPr b="1"/>
          </a:pPr>
          <a:r>
            <a:rPr lang="en-GB" sz="2400" dirty="0"/>
            <a:t>Increased Public Health Awareness</a:t>
          </a:r>
          <a:endParaRPr lang="en-US" sz="2400" dirty="0"/>
        </a:p>
      </dgm:t>
    </dgm:pt>
    <dgm:pt modelId="{43F4ADE6-3A03-45AF-8B60-C8DEAB877DC7}" type="parTrans" cxnId="{2D2FC82D-A44D-44CF-A429-873A754A2510}">
      <dgm:prSet/>
      <dgm:spPr/>
      <dgm:t>
        <a:bodyPr/>
        <a:lstStyle/>
        <a:p>
          <a:endParaRPr lang="en-US" sz="2800"/>
        </a:p>
      </dgm:t>
    </dgm:pt>
    <dgm:pt modelId="{91881083-0D4A-40AE-BBF5-19B382BF95DD}" type="sibTrans" cxnId="{2D2FC82D-A44D-44CF-A429-873A754A2510}">
      <dgm:prSet/>
      <dgm:spPr/>
      <dgm:t>
        <a:bodyPr/>
        <a:lstStyle/>
        <a:p>
          <a:endParaRPr lang="en-US" sz="2800"/>
        </a:p>
      </dgm:t>
    </dgm:pt>
    <dgm:pt modelId="{9AC443D2-E559-4975-9692-9FCA4034B704}">
      <dgm:prSet custT="1"/>
      <dgm:spPr/>
      <dgm:t>
        <a:bodyPr/>
        <a:lstStyle/>
        <a:p>
          <a:pPr>
            <a:lnSpc>
              <a:spcPct val="100000"/>
            </a:lnSpc>
          </a:pPr>
          <a:r>
            <a:rPr lang="en-GB" sz="1800" dirty="0"/>
            <a:t>Voluntary reductions by residents. </a:t>
          </a:r>
          <a:endParaRPr lang="en-US" sz="1800" dirty="0"/>
        </a:p>
      </dgm:t>
    </dgm:pt>
    <dgm:pt modelId="{6A6F0C40-0503-4AC5-94C2-1AB35ACBF0CB}" type="parTrans" cxnId="{C93D5824-A2D5-4514-9C4D-0505C47BDCAC}">
      <dgm:prSet/>
      <dgm:spPr/>
      <dgm:t>
        <a:bodyPr/>
        <a:lstStyle/>
        <a:p>
          <a:endParaRPr lang="en-US" sz="2800"/>
        </a:p>
      </dgm:t>
    </dgm:pt>
    <dgm:pt modelId="{C69A8C03-9AEF-4096-BA2A-DFF4A80C9A57}" type="sibTrans" cxnId="{C93D5824-A2D5-4514-9C4D-0505C47BDCAC}">
      <dgm:prSet/>
      <dgm:spPr/>
      <dgm:t>
        <a:bodyPr/>
        <a:lstStyle/>
        <a:p>
          <a:endParaRPr lang="en-US" sz="2800"/>
        </a:p>
      </dgm:t>
    </dgm:pt>
    <dgm:pt modelId="{8DD29F8E-93B4-4CE4-84C2-6332CF7CD7E7}">
      <dgm:prSet custT="1"/>
      <dgm:spPr/>
      <dgm:t>
        <a:bodyPr/>
        <a:lstStyle/>
        <a:p>
          <a:pPr>
            <a:lnSpc>
              <a:spcPct val="100000"/>
            </a:lnSpc>
          </a:pPr>
          <a:r>
            <a:rPr lang="en-GB" sz="1800" dirty="0"/>
            <a:t>Switching to public transport and/or electric vehicles.</a:t>
          </a:r>
          <a:endParaRPr lang="en-US" sz="1800" dirty="0"/>
        </a:p>
      </dgm:t>
    </dgm:pt>
    <dgm:pt modelId="{FE86CC37-4D83-4B5A-A073-43F02A218EAC}" type="parTrans" cxnId="{840B49BA-6DC5-4ED0-98A5-192FCAAA9BA3}">
      <dgm:prSet/>
      <dgm:spPr/>
      <dgm:t>
        <a:bodyPr/>
        <a:lstStyle/>
        <a:p>
          <a:endParaRPr lang="en-US" sz="2800"/>
        </a:p>
      </dgm:t>
    </dgm:pt>
    <dgm:pt modelId="{39F1C06A-BD1C-44D3-8CEF-F1CE720077BC}" type="sibTrans" cxnId="{840B49BA-6DC5-4ED0-98A5-192FCAAA9BA3}">
      <dgm:prSet/>
      <dgm:spPr/>
      <dgm:t>
        <a:bodyPr/>
        <a:lstStyle/>
        <a:p>
          <a:endParaRPr lang="en-US" sz="2800"/>
        </a:p>
      </dgm:t>
    </dgm:pt>
    <dgm:pt modelId="{8BDD15DC-0CC2-4C69-8F6E-F4C7D71519AC}" type="pres">
      <dgm:prSet presAssocID="{958B6FA9-0CC0-4F8B-B82D-926BAC0DFF54}" presName="root" presStyleCnt="0">
        <dgm:presLayoutVars>
          <dgm:dir/>
          <dgm:resizeHandles val="exact"/>
        </dgm:presLayoutVars>
      </dgm:prSet>
      <dgm:spPr/>
    </dgm:pt>
    <dgm:pt modelId="{450DF8EA-69B3-4BF2-B462-28A703097D6E}" type="pres">
      <dgm:prSet presAssocID="{CE06D80D-BFC7-4EF4-9F0E-6B659CF9037A}" presName="compNode" presStyleCnt="0"/>
      <dgm:spPr/>
    </dgm:pt>
    <dgm:pt modelId="{9F70EE6C-5BDF-4BE2-B44A-3E1BEF91889B}" type="pres">
      <dgm:prSet presAssocID="{CE06D80D-BFC7-4EF4-9F0E-6B659CF903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ungs"/>
        </a:ext>
      </dgm:extLst>
    </dgm:pt>
    <dgm:pt modelId="{D3AF22B7-3C4F-4278-BD93-A29ADB5B85A3}" type="pres">
      <dgm:prSet presAssocID="{CE06D80D-BFC7-4EF4-9F0E-6B659CF9037A}" presName="iconSpace" presStyleCnt="0"/>
      <dgm:spPr/>
    </dgm:pt>
    <dgm:pt modelId="{B6857C42-A675-4122-9CF6-994BB3601C4D}" type="pres">
      <dgm:prSet presAssocID="{CE06D80D-BFC7-4EF4-9F0E-6B659CF9037A}" presName="parTx" presStyleLbl="revTx" presStyleIdx="0" presStyleCnt="6">
        <dgm:presLayoutVars>
          <dgm:chMax val="0"/>
          <dgm:chPref val="0"/>
        </dgm:presLayoutVars>
      </dgm:prSet>
      <dgm:spPr/>
    </dgm:pt>
    <dgm:pt modelId="{8DA23659-AF57-4B09-AA44-88F4A6BF1CD5}" type="pres">
      <dgm:prSet presAssocID="{CE06D80D-BFC7-4EF4-9F0E-6B659CF9037A}" presName="txSpace" presStyleCnt="0"/>
      <dgm:spPr/>
    </dgm:pt>
    <dgm:pt modelId="{C20BDE10-FE61-4829-81B0-F933760F0410}" type="pres">
      <dgm:prSet presAssocID="{CE06D80D-BFC7-4EF4-9F0E-6B659CF9037A}" presName="desTx" presStyleLbl="revTx" presStyleIdx="1" presStyleCnt="6">
        <dgm:presLayoutVars/>
      </dgm:prSet>
      <dgm:spPr/>
    </dgm:pt>
    <dgm:pt modelId="{673D0D7A-1B83-4BF8-8A71-ECDC9DC6A6A8}" type="pres">
      <dgm:prSet presAssocID="{E8255454-D747-4AB5-9588-59788A37F6C8}" presName="sibTrans" presStyleCnt="0"/>
      <dgm:spPr/>
    </dgm:pt>
    <dgm:pt modelId="{03735096-9032-4B42-BA0D-B0C37C7D762D}" type="pres">
      <dgm:prSet presAssocID="{BAB18854-96F6-45DB-B1DE-A5EBEE308743}" presName="compNode" presStyleCnt="0"/>
      <dgm:spPr/>
    </dgm:pt>
    <dgm:pt modelId="{4DB97967-37C3-4225-9D78-894B6EE9A9E7}" type="pres">
      <dgm:prSet presAssocID="{BAB18854-96F6-45DB-B1DE-A5EBEE30874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ark scene"/>
        </a:ext>
      </dgm:extLst>
    </dgm:pt>
    <dgm:pt modelId="{E0C22E33-9EE1-48A0-80CF-4AB68BD98C1B}" type="pres">
      <dgm:prSet presAssocID="{BAB18854-96F6-45DB-B1DE-A5EBEE308743}" presName="iconSpace" presStyleCnt="0"/>
      <dgm:spPr/>
    </dgm:pt>
    <dgm:pt modelId="{FF9432EE-61B6-4628-AF05-0EFBA8929414}" type="pres">
      <dgm:prSet presAssocID="{BAB18854-96F6-45DB-B1DE-A5EBEE308743}" presName="parTx" presStyleLbl="revTx" presStyleIdx="2" presStyleCnt="6">
        <dgm:presLayoutVars>
          <dgm:chMax val="0"/>
          <dgm:chPref val="0"/>
        </dgm:presLayoutVars>
      </dgm:prSet>
      <dgm:spPr/>
    </dgm:pt>
    <dgm:pt modelId="{973B006A-1C60-4EA6-B636-BAEDDE456EFB}" type="pres">
      <dgm:prSet presAssocID="{BAB18854-96F6-45DB-B1DE-A5EBEE308743}" presName="txSpace" presStyleCnt="0"/>
      <dgm:spPr/>
    </dgm:pt>
    <dgm:pt modelId="{322936CB-652B-4E0C-B582-548C43DD7C52}" type="pres">
      <dgm:prSet presAssocID="{BAB18854-96F6-45DB-B1DE-A5EBEE308743}" presName="desTx" presStyleLbl="revTx" presStyleIdx="3" presStyleCnt="6">
        <dgm:presLayoutVars/>
      </dgm:prSet>
      <dgm:spPr/>
    </dgm:pt>
    <dgm:pt modelId="{84EBC559-AD12-4FC6-805D-7FC9A7029989}" type="pres">
      <dgm:prSet presAssocID="{689628FB-E2CD-48BC-9EEA-8B99B16BB78D}" presName="sibTrans" presStyleCnt="0"/>
      <dgm:spPr/>
    </dgm:pt>
    <dgm:pt modelId="{486C7080-F995-483C-B893-1B9735E2EFD9}" type="pres">
      <dgm:prSet presAssocID="{EDCD37B7-9818-4DBE-918D-EF4A8B8FC038}" presName="compNode" presStyleCnt="0"/>
      <dgm:spPr/>
    </dgm:pt>
    <dgm:pt modelId="{8CD338ED-9967-46EA-AB26-713AFE411ABE}" type="pres">
      <dgm:prSet presAssocID="{EDCD37B7-9818-4DBE-918D-EF4A8B8FC0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lectric Car"/>
        </a:ext>
      </dgm:extLst>
    </dgm:pt>
    <dgm:pt modelId="{8ED5DD4B-B7F7-470C-877C-5B6B9A6CD716}" type="pres">
      <dgm:prSet presAssocID="{EDCD37B7-9818-4DBE-918D-EF4A8B8FC038}" presName="iconSpace" presStyleCnt="0"/>
      <dgm:spPr/>
    </dgm:pt>
    <dgm:pt modelId="{5BCCE45F-E69C-49F6-9B0C-0D2DC9FB3C4F}" type="pres">
      <dgm:prSet presAssocID="{EDCD37B7-9818-4DBE-918D-EF4A8B8FC038}" presName="parTx" presStyleLbl="revTx" presStyleIdx="4" presStyleCnt="6">
        <dgm:presLayoutVars>
          <dgm:chMax val="0"/>
          <dgm:chPref val="0"/>
        </dgm:presLayoutVars>
      </dgm:prSet>
      <dgm:spPr/>
    </dgm:pt>
    <dgm:pt modelId="{44E94D59-7516-4C10-8415-5A63FB9A7C98}" type="pres">
      <dgm:prSet presAssocID="{EDCD37B7-9818-4DBE-918D-EF4A8B8FC038}" presName="txSpace" presStyleCnt="0"/>
      <dgm:spPr/>
    </dgm:pt>
    <dgm:pt modelId="{C0691140-13DB-44EA-B1D6-7E77DB5F1041}" type="pres">
      <dgm:prSet presAssocID="{EDCD37B7-9818-4DBE-918D-EF4A8B8FC038}" presName="desTx" presStyleLbl="revTx" presStyleIdx="5" presStyleCnt="6">
        <dgm:presLayoutVars/>
      </dgm:prSet>
      <dgm:spPr/>
    </dgm:pt>
  </dgm:ptLst>
  <dgm:cxnLst>
    <dgm:cxn modelId="{6AB8D210-D9DC-4864-9931-4D7191085FC1}" type="presOf" srcId="{F9B32237-4965-41E4-91E3-CF7030F0AF00}" destId="{C20BDE10-FE61-4829-81B0-F933760F0410}" srcOrd="0" destOrd="0" presId="urn:microsoft.com/office/officeart/2018/5/layout/CenteredIconLabelDescriptionList"/>
    <dgm:cxn modelId="{C93D5824-A2D5-4514-9C4D-0505C47BDCAC}" srcId="{EDCD37B7-9818-4DBE-918D-EF4A8B8FC038}" destId="{9AC443D2-E559-4975-9692-9FCA4034B704}" srcOrd="0" destOrd="0" parTransId="{6A6F0C40-0503-4AC5-94C2-1AB35ACBF0CB}" sibTransId="{C69A8C03-9AEF-4096-BA2A-DFF4A80C9A57}"/>
    <dgm:cxn modelId="{2D2FC82D-A44D-44CF-A429-873A754A2510}" srcId="{958B6FA9-0CC0-4F8B-B82D-926BAC0DFF54}" destId="{EDCD37B7-9818-4DBE-918D-EF4A8B8FC038}" srcOrd="2" destOrd="0" parTransId="{43F4ADE6-3A03-45AF-8B60-C8DEAB877DC7}" sibTransId="{91881083-0D4A-40AE-BBF5-19B382BF95DD}"/>
    <dgm:cxn modelId="{B343CE36-9EE2-48B7-95BA-D61A20D872A9}" type="presOf" srcId="{EDCD37B7-9818-4DBE-918D-EF4A8B8FC038}" destId="{5BCCE45F-E69C-49F6-9B0C-0D2DC9FB3C4F}" srcOrd="0" destOrd="0" presId="urn:microsoft.com/office/officeart/2018/5/layout/CenteredIconLabelDescriptionList"/>
    <dgm:cxn modelId="{CE3B323D-30F0-457D-AD9E-3271D4A9F14C}" srcId="{CE06D80D-BFC7-4EF4-9F0E-6B659CF9037A}" destId="{CE94C4A2-163B-4C37-AD5B-5291750D16D1}" srcOrd="1" destOrd="0" parTransId="{5F5947AF-91FA-4A73-925D-13248FA0B644}" sibTransId="{752D8669-BDAB-4A1E-B7EE-393961B84EDD}"/>
    <dgm:cxn modelId="{A618904C-A35F-425F-9303-64446A03FB6D}" type="presOf" srcId="{CE06D80D-BFC7-4EF4-9F0E-6B659CF9037A}" destId="{B6857C42-A675-4122-9CF6-994BB3601C4D}" srcOrd="0" destOrd="0" presId="urn:microsoft.com/office/officeart/2018/5/layout/CenteredIconLabelDescriptionList"/>
    <dgm:cxn modelId="{ECCEBF51-23D8-4F7C-B780-CE744FE4B30B}" type="presOf" srcId="{AFA5D82F-E71B-4273-97DC-0D0573F00C23}" destId="{322936CB-652B-4E0C-B582-548C43DD7C52}" srcOrd="0" destOrd="0" presId="urn:microsoft.com/office/officeart/2018/5/layout/CenteredIconLabelDescriptionList"/>
    <dgm:cxn modelId="{057B2578-D796-445C-A937-9FD2D7B4673F}" srcId="{958B6FA9-0CC0-4F8B-B82D-926BAC0DFF54}" destId="{BAB18854-96F6-45DB-B1DE-A5EBEE308743}" srcOrd="1" destOrd="0" parTransId="{E4C0FC59-221B-4EB4-88A5-19F207187376}" sibTransId="{689628FB-E2CD-48BC-9EEA-8B99B16BB78D}"/>
    <dgm:cxn modelId="{A08B4D84-8337-4BF2-890B-5B87DF78ACAD}" srcId="{BAB18854-96F6-45DB-B1DE-A5EBEE308743}" destId="{8D2BA5BD-4973-4744-ACD1-9EC58543F874}" srcOrd="1" destOrd="0" parTransId="{F89B7629-8E94-4F8D-889F-0EB6A02DC7C7}" sibTransId="{7BBA0282-F078-4EBC-8416-A78ED0E09F3C}"/>
    <dgm:cxn modelId="{038B27A1-8EBE-4181-8709-C57E854F20F0}" type="presOf" srcId="{CE94C4A2-163B-4C37-AD5B-5291750D16D1}" destId="{C20BDE10-FE61-4829-81B0-F933760F0410}" srcOrd="0" destOrd="1" presId="urn:microsoft.com/office/officeart/2018/5/layout/CenteredIconLabelDescriptionList"/>
    <dgm:cxn modelId="{89E2B6AB-708D-4003-B26E-601D24ED03CF}" type="presOf" srcId="{8DD29F8E-93B4-4CE4-84C2-6332CF7CD7E7}" destId="{C0691140-13DB-44EA-B1D6-7E77DB5F1041}" srcOrd="0" destOrd="1" presId="urn:microsoft.com/office/officeart/2018/5/layout/CenteredIconLabelDescriptionList"/>
    <dgm:cxn modelId="{189F06AD-17C6-4577-8E32-72FF02C26688}" srcId="{CE06D80D-BFC7-4EF4-9F0E-6B659CF9037A}" destId="{F9B32237-4965-41E4-91E3-CF7030F0AF00}" srcOrd="0" destOrd="0" parTransId="{9EFCFEF6-037C-47C0-9C49-99186495D1B9}" sibTransId="{C5F2FA47-32B3-4F8E-812C-B48A92A29394}"/>
    <dgm:cxn modelId="{6B0077AF-12CD-49B6-9B7A-7154F28EEBA2}" type="presOf" srcId="{9AC443D2-E559-4975-9692-9FCA4034B704}" destId="{C0691140-13DB-44EA-B1D6-7E77DB5F1041}" srcOrd="0" destOrd="0" presId="urn:microsoft.com/office/officeart/2018/5/layout/CenteredIconLabelDescriptionList"/>
    <dgm:cxn modelId="{687AF7B2-9450-4342-B772-0FF14E2B5738}" type="presOf" srcId="{8D2BA5BD-4973-4744-ACD1-9EC58543F874}" destId="{322936CB-652B-4E0C-B582-548C43DD7C52}" srcOrd="0" destOrd="1" presId="urn:microsoft.com/office/officeart/2018/5/layout/CenteredIconLabelDescriptionList"/>
    <dgm:cxn modelId="{840B49BA-6DC5-4ED0-98A5-192FCAAA9BA3}" srcId="{EDCD37B7-9818-4DBE-918D-EF4A8B8FC038}" destId="{8DD29F8E-93B4-4CE4-84C2-6332CF7CD7E7}" srcOrd="1" destOrd="0" parTransId="{FE86CC37-4D83-4B5A-A073-43F02A218EAC}" sibTransId="{39F1C06A-BD1C-44D3-8CEF-F1CE720077BC}"/>
    <dgm:cxn modelId="{6F51F8C7-B76B-40C1-AEED-9FBEEA14695E}" srcId="{BAB18854-96F6-45DB-B1DE-A5EBEE308743}" destId="{AFA5D82F-E71B-4273-97DC-0D0573F00C23}" srcOrd="0" destOrd="0" parTransId="{D9CF33FC-CEDC-4849-9FB8-C49121B757D6}" sibTransId="{9DC2BAEE-4692-4FD2-9B5D-DCD6BDC4D44B}"/>
    <dgm:cxn modelId="{0EE793E8-AA23-4ACA-A40D-0CDF006DCAAE}" type="presOf" srcId="{958B6FA9-0CC0-4F8B-B82D-926BAC0DFF54}" destId="{8BDD15DC-0CC2-4C69-8F6E-F4C7D71519AC}" srcOrd="0" destOrd="0" presId="urn:microsoft.com/office/officeart/2018/5/layout/CenteredIconLabelDescriptionList"/>
    <dgm:cxn modelId="{9D1397ED-43E2-45AB-84CA-F794E364D000}" type="presOf" srcId="{BAB18854-96F6-45DB-B1DE-A5EBEE308743}" destId="{FF9432EE-61B6-4628-AF05-0EFBA8929414}" srcOrd="0" destOrd="0" presId="urn:microsoft.com/office/officeart/2018/5/layout/CenteredIconLabelDescriptionList"/>
    <dgm:cxn modelId="{6829E1FB-FC5A-4EFC-884F-60BD975A3279}" srcId="{958B6FA9-0CC0-4F8B-B82D-926BAC0DFF54}" destId="{CE06D80D-BFC7-4EF4-9F0E-6B659CF9037A}" srcOrd="0" destOrd="0" parTransId="{4D7E1844-9C95-47B8-8C87-BC4B2CC1FE61}" sibTransId="{E8255454-D747-4AB5-9588-59788A37F6C8}"/>
    <dgm:cxn modelId="{233B0CD5-6FB8-46EA-A519-4A6B93676D0A}" type="presParOf" srcId="{8BDD15DC-0CC2-4C69-8F6E-F4C7D71519AC}" destId="{450DF8EA-69B3-4BF2-B462-28A703097D6E}" srcOrd="0" destOrd="0" presId="urn:microsoft.com/office/officeart/2018/5/layout/CenteredIconLabelDescriptionList"/>
    <dgm:cxn modelId="{6A9BA255-9932-4F42-A7CB-7CB5D581E46C}" type="presParOf" srcId="{450DF8EA-69B3-4BF2-B462-28A703097D6E}" destId="{9F70EE6C-5BDF-4BE2-B44A-3E1BEF91889B}" srcOrd="0" destOrd="0" presId="urn:microsoft.com/office/officeart/2018/5/layout/CenteredIconLabelDescriptionList"/>
    <dgm:cxn modelId="{42082E22-7E42-4524-AF2B-D141BF1BDA3B}" type="presParOf" srcId="{450DF8EA-69B3-4BF2-B462-28A703097D6E}" destId="{D3AF22B7-3C4F-4278-BD93-A29ADB5B85A3}" srcOrd="1" destOrd="0" presId="urn:microsoft.com/office/officeart/2018/5/layout/CenteredIconLabelDescriptionList"/>
    <dgm:cxn modelId="{F6B38AED-9CA5-47E1-BFF1-E4722A286FC8}" type="presParOf" srcId="{450DF8EA-69B3-4BF2-B462-28A703097D6E}" destId="{B6857C42-A675-4122-9CF6-994BB3601C4D}" srcOrd="2" destOrd="0" presId="urn:microsoft.com/office/officeart/2018/5/layout/CenteredIconLabelDescriptionList"/>
    <dgm:cxn modelId="{C5DD10D3-80B7-4D83-A0DA-29CF033B89EE}" type="presParOf" srcId="{450DF8EA-69B3-4BF2-B462-28A703097D6E}" destId="{8DA23659-AF57-4B09-AA44-88F4A6BF1CD5}" srcOrd="3" destOrd="0" presId="urn:microsoft.com/office/officeart/2018/5/layout/CenteredIconLabelDescriptionList"/>
    <dgm:cxn modelId="{66E3ACB8-FC3D-4DF0-9367-318E1BEC7657}" type="presParOf" srcId="{450DF8EA-69B3-4BF2-B462-28A703097D6E}" destId="{C20BDE10-FE61-4829-81B0-F933760F0410}" srcOrd="4" destOrd="0" presId="urn:microsoft.com/office/officeart/2018/5/layout/CenteredIconLabelDescriptionList"/>
    <dgm:cxn modelId="{16A46BBC-DF70-4C9E-9198-6F30E11E94BE}" type="presParOf" srcId="{8BDD15DC-0CC2-4C69-8F6E-F4C7D71519AC}" destId="{673D0D7A-1B83-4BF8-8A71-ECDC9DC6A6A8}" srcOrd="1" destOrd="0" presId="urn:microsoft.com/office/officeart/2018/5/layout/CenteredIconLabelDescriptionList"/>
    <dgm:cxn modelId="{87B22A16-FB64-4A20-B4E5-BEA102D1B7A2}" type="presParOf" srcId="{8BDD15DC-0CC2-4C69-8F6E-F4C7D71519AC}" destId="{03735096-9032-4B42-BA0D-B0C37C7D762D}" srcOrd="2" destOrd="0" presId="urn:microsoft.com/office/officeart/2018/5/layout/CenteredIconLabelDescriptionList"/>
    <dgm:cxn modelId="{EC275AF8-28A9-4CE8-A4CB-A9165443F386}" type="presParOf" srcId="{03735096-9032-4B42-BA0D-B0C37C7D762D}" destId="{4DB97967-37C3-4225-9D78-894B6EE9A9E7}" srcOrd="0" destOrd="0" presId="urn:microsoft.com/office/officeart/2018/5/layout/CenteredIconLabelDescriptionList"/>
    <dgm:cxn modelId="{7B05BBF9-2137-4777-BE24-B16AF1305A69}" type="presParOf" srcId="{03735096-9032-4B42-BA0D-B0C37C7D762D}" destId="{E0C22E33-9EE1-48A0-80CF-4AB68BD98C1B}" srcOrd="1" destOrd="0" presId="urn:microsoft.com/office/officeart/2018/5/layout/CenteredIconLabelDescriptionList"/>
    <dgm:cxn modelId="{2EC2FC54-FB99-467A-9E2D-49B92016E583}" type="presParOf" srcId="{03735096-9032-4B42-BA0D-B0C37C7D762D}" destId="{FF9432EE-61B6-4628-AF05-0EFBA8929414}" srcOrd="2" destOrd="0" presId="urn:microsoft.com/office/officeart/2018/5/layout/CenteredIconLabelDescriptionList"/>
    <dgm:cxn modelId="{09CDDFD7-0CF8-4F71-9B3C-AA83721BE14B}" type="presParOf" srcId="{03735096-9032-4B42-BA0D-B0C37C7D762D}" destId="{973B006A-1C60-4EA6-B636-BAEDDE456EFB}" srcOrd="3" destOrd="0" presId="urn:microsoft.com/office/officeart/2018/5/layout/CenteredIconLabelDescriptionList"/>
    <dgm:cxn modelId="{43A68C7F-3113-45CE-A3B6-C0BE85B8A1F7}" type="presParOf" srcId="{03735096-9032-4B42-BA0D-B0C37C7D762D}" destId="{322936CB-652B-4E0C-B582-548C43DD7C52}" srcOrd="4" destOrd="0" presId="urn:microsoft.com/office/officeart/2018/5/layout/CenteredIconLabelDescriptionList"/>
    <dgm:cxn modelId="{16D4FA62-6098-49CA-AE34-4D6248C61B6F}" type="presParOf" srcId="{8BDD15DC-0CC2-4C69-8F6E-F4C7D71519AC}" destId="{84EBC559-AD12-4FC6-805D-7FC9A7029989}" srcOrd="3" destOrd="0" presId="urn:microsoft.com/office/officeart/2018/5/layout/CenteredIconLabelDescriptionList"/>
    <dgm:cxn modelId="{CDDD9643-20F5-4FC5-8417-988001DFB9AF}" type="presParOf" srcId="{8BDD15DC-0CC2-4C69-8F6E-F4C7D71519AC}" destId="{486C7080-F995-483C-B893-1B9735E2EFD9}" srcOrd="4" destOrd="0" presId="urn:microsoft.com/office/officeart/2018/5/layout/CenteredIconLabelDescriptionList"/>
    <dgm:cxn modelId="{1E61107E-AC51-4E2F-9500-3C0E36D181DD}" type="presParOf" srcId="{486C7080-F995-483C-B893-1B9735E2EFD9}" destId="{8CD338ED-9967-46EA-AB26-713AFE411ABE}" srcOrd="0" destOrd="0" presId="urn:microsoft.com/office/officeart/2018/5/layout/CenteredIconLabelDescriptionList"/>
    <dgm:cxn modelId="{372DC9C0-D4F8-40EA-BEF7-FD716B9EAA82}" type="presParOf" srcId="{486C7080-F995-483C-B893-1B9735E2EFD9}" destId="{8ED5DD4B-B7F7-470C-877C-5B6B9A6CD716}" srcOrd="1" destOrd="0" presId="urn:microsoft.com/office/officeart/2018/5/layout/CenteredIconLabelDescriptionList"/>
    <dgm:cxn modelId="{3EDF8002-AF98-433E-AF9F-E5E50DFC07E1}" type="presParOf" srcId="{486C7080-F995-483C-B893-1B9735E2EFD9}" destId="{5BCCE45F-E69C-49F6-9B0C-0D2DC9FB3C4F}" srcOrd="2" destOrd="0" presId="urn:microsoft.com/office/officeart/2018/5/layout/CenteredIconLabelDescriptionList"/>
    <dgm:cxn modelId="{BA25C389-5E87-4085-B499-0B12A3260575}" type="presParOf" srcId="{486C7080-F995-483C-B893-1B9735E2EFD9}" destId="{44E94D59-7516-4C10-8415-5A63FB9A7C98}" srcOrd="3" destOrd="0" presId="urn:microsoft.com/office/officeart/2018/5/layout/CenteredIconLabelDescriptionList"/>
    <dgm:cxn modelId="{1D6BF9AF-9970-4FAE-8242-8965806AF345}" type="presParOf" srcId="{486C7080-F995-483C-B893-1B9735E2EFD9}" destId="{C0691140-13DB-44EA-B1D6-7E77DB5F1041}"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CA1690-3F24-4060-AC4A-2912688E0D31}" type="doc">
      <dgm:prSet loTypeId="urn:microsoft.com/office/officeart/2018/2/layout/IconCircleList" loCatId="icon" qsTypeId="urn:microsoft.com/office/officeart/2005/8/quickstyle/simple1" qsCatId="simple" csTypeId="urn:microsoft.com/office/officeart/2005/8/colors/accent4_5" csCatId="accent4" phldr="1"/>
      <dgm:spPr/>
      <dgm:t>
        <a:bodyPr/>
        <a:lstStyle/>
        <a:p>
          <a:endParaRPr lang="en-US"/>
        </a:p>
      </dgm:t>
    </dgm:pt>
    <dgm:pt modelId="{117EC664-289A-43CC-A9C6-9CDFDECD9862}">
      <dgm:prSet/>
      <dgm:spPr/>
      <dgm:t>
        <a:bodyPr/>
        <a:lstStyle/>
        <a:p>
          <a:pPr>
            <a:lnSpc>
              <a:spcPct val="100000"/>
            </a:lnSpc>
          </a:pPr>
          <a:r>
            <a:rPr lang="en-US" dirty="0"/>
            <a:t>Single Year</a:t>
          </a:r>
        </a:p>
      </dgm:t>
    </dgm:pt>
    <dgm:pt modelId="{4A88EA0C-3376-4474-931E-B1542AB16CA0}" type="parTrans" cxnId="{8428A123-2A70-4082-9A72-6AB27D368091}">
      <dgm:prSet/>
      <dgm:spPr/>
      <dgm:t>
        <a:bodyPr/>
        <a:lstStyle/>
        <a:p>
          <a:endParaRPr lang="en-US"/>
        </a:p>
      </dgm:t>
    </dgm:pt>
    <dgm:pt modelId="{C65A5EC2-FADD-4D50-9D74-CF62DB6ECF78}" type="sibTrans" cxnId="{8428A123-2A70-4082-9A72-6AB27D368091}">
      <dgm:prSet/>
      <dgm:spPr/>
      <dgm:t>
        <a:bodyPr/>
        <a:lstStyle/>
        <a:p>
          <a:pPr>
            <a:lnSpc>
              <a:spcPct val="100000"/>
            </a:lnSpc>
          </a:pPr>
          <a:endParaRPr lang="en-US"/>
        </a:p>
      </dgm:t>
    </dgm:pt>
    <dgm:pt modelId="{7BE392B7-B9FD-4976-9B51-2DC2FC33B889}">
      <dgm:prSet/>
      <dgm:spPr/>
      <dgm:t>
        <a:bodyPr/>
        <a:lstStyle/>
        <a:p>
          <a:pPr>
            <a:lnSpc>
              <a:spcPct val="100000"/>
            </a:lnSpc>
          </a:pPr>
          <a:r>
            <a:rPr lang="en-US"/>
            <a:t>Single Sensor</a:t>
          </a:r>
        </a:p>
      </dgm:t>
    </dgm:pt>
    <dgm:pt modelId="{C99C9F3B-F970-45D1-9390-CA3747371AD7}" type="parTrans" cxnId="{0C037199-35E8-4228-8B1F-2C4A3B6C49D2}">
      <dgm:prSet/>
      <dgm:spPr/>
      <dgm:t>
        <a:bodyPr/>
        <a:lstStyle/>
        <a:p>
          <a:endParaRPr lang="en-US"/>
        </a:p>
      </dgm:t>
    </dgm:pt>
    <dgm:pt modelId="{77C8CEB9-80DB-4693-BAD5-1466E7BD5E0E}" type="sibTrans" cxnId="{0C037199-35E8-4228-8B1F-2C4A3B6C49D2}">
      <dgm:prSet/>
      <dgm:spPr/>
      <dgm:t>
        <a:bodyPr/>
        <a:lstStyle/>
        <a:p>
          <a:pPr>
            <a:lnSpc>
              <a:spcPct val="100000"/>
            </a:lnSpc>
          </a:pPr>
          <a:endParaRPr lang="en-US"/>
        </a:p>
      </dgm:t>
    </dgm:pt>
    <dgm:pt modelId="{CDA16D42-F673-457D-91DE-B0BA763000E7}">
      <dgm:prSet/>
      <dgm:spPr/>
      <dgm:t>
        <a:bodyPr/>
        <a:lstStyle/>
        <a:p>
          <a:pPr>
            <a:lnSpc>
              <a:spcPct val="100000"/>
            </a:lnSpc>
          </a:pPr>
          <a:r>
            <a:rPr lang="en-US" dirty="0"/>
            <a:t>Sensor failure – missing values</a:t>
          </a:r>
        </a:p>
      </dgm:t>
    </dgm:pt>
    <dgm:pt modelId="{4B36220C-B926-412E-B6D6-EA1FA8DAB37A}" type="parTrans" cxnId="{FF0CC72C-D54F-4734-BDD0-3B1F304CFFBB}">
      <dgm:prSet/>
      <dgm:spPr/>
      <dgm:t>
        <a:bodyPr/>
        <a:lstStyle/>
        <a:p>
          <a:endParaRPr lang="en-US"/>
        </a:p>
      </dgm:t>
    </dgm:pt>
    <dgm:pt modelId="{763C099D-2781-4BD7-8452-D732E7FBDE24}" type="sibTrans" cxnId="{FF0CC72C-D54F-4734-BDD0-3B1F304CFFBB}">
      <dgm:prSet/>
      <dgm:spPr/>
      <dgm:t>
        <a:bodyPr/>
        <a:lstStyle/>
        <a:p>
          <a:pPr>
            <a:lnSpc>
              <a:spcPct val="100000"/>
            </a:lnSpc>
          </a:pPr>
          <a:endParaRPr lang="en-US"/>
        </a:p>
      </dgm:t>
    </dgm:pt>
    <dgm:pt modelId="{96FAD1A5-3982-41A4-A1BE-41E35E6FBC74}">
      <dgm:prSet/>
      <dgm:spPr/>
      <dgm:t>
        <a:bodyPr/>
        <a:lstStyle/>
        <a:p>
          <a:pPr>
            <a:lnSpc>
              <a:spcPct val="100000"/>
            </a:lnSpc>
          </a:pPr>
          <a:r>
            <a:rPr lang="en-US" dirty="0"/>
            <a:t>Calibration – inaccurate values</a:t>
          </a:r>
        </a:p>
      </dgm:t>
    </dgm:pt>
    <dgm:pt modelId="{B05B3AF4-1147-4061-8A44-2E7D968968E3}" type="parTrans" cxnId="{F9E927CB-4B9C-433F-9B82-4F948E3562D2}">
      <dgm:prSet/>
      <dgm:spPr/>
      <dgm:t>
        <a:bodyPr/>
        <a:lstStyle/>
        <a:p>
          <a:endParaRPr lang="en-US"/>
        </a:p>
      </dgm:t>
    </dgm:pt>
    <dgm:pt modelId="{3E955DB4-BE98-45F2-809F-EA38FDD52446}" type="sibTrans" cxnId="{F9E927CB-4B9C-433F-9B82-4F948E3562D2}">
      <dgm:prSet/>
      <dgm:spPr/>
      <dgm:t>
        <a:bodyPr/>
        <a:lstStyle/>
        <a:p>
          <a:endParaRPr lang="en-US"/>
        </a:p>
      </dgm:t>
    </dgm:pt>
    <dgm:pt modelId="{863E6E94-0F46-4C82-A7DF-1EAF8D866D56}" type="pres">
      <dgm:prSet presAssocID="{CFCA1690-3F24-4060-AC4A-2912688E0D31}" presName="root" presStyleCnt="0">
        <dgm:presLayoutVars>
          <dgm:dir/>
          <dgm:resizeHandles val="exact"/>
        </dgm:presLayoutVars>
      </dgm:prSet>
      <dgm:spPr/>
    </dgm:pt>
    <dgm:pt modelId="{41818FC1-6D62-4BC1-8166-34C8F192E784}" type="pres">
      <dgm:prSet presAssocID="{CFCA1690-3F24-4060-AC4A-2912688E0D31}" presName="container" presStyleCnt="0">
        <dgm:presLayoutVars>
          <dgm:dir/>
          <dgm:resizeHandles val="exact"/>
        </dgm:presLayoutVars>
      </dgm:prSet>
      <dgm:spPr/>
    </dgm:pt>
    <dgm:pt modelId="{83815692-C3B5-4209-B4F8-03E857F2749D}" type="pres">
      <dgm:prSet presAssocID="{117EC664-289A-43CC-A9C6-9CDFDECD9862}" presName="compNode" presStyleCnt="0"/>
      <dgm:spPr/>
    </dgm:pt>
    <dgm:pt modelId="{5EF75A58-79F5-4E7D-8D7C-565FAA4C86BC}" type="pres">
      <dgm:prSet presAssocID="{117EC664-289A-43CC-A9C6-9CDFDECD9862}" presName="iconBgRect" presStyleLbl="bgShp" presStyleIdx="0" presStyleCnt="4"/>
      <dgm:spPr>
        <a:solidFill>
          <a:schemeClr val="bg1">
            <a:alpha val="0"/>
          </a:schemeClr>
        </a:solidFill>
      </dgm:spPr>
    </dgm:pt>
    <dgm:pt modelId="{545B08C6-38AD-4C76-9E7D-53C32D3F8E43}" type="pres">
      <dgm:prSet presAssocID="{117EC664-289A-43CC-A9C6-9CDFDECD986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71EA9512-DED9-4EE5-80DB-E22D5A13B62B}" type="pres">
      <dgm:prSet presAssocID="{117EC664-289A-43CC-A9C6-9CDFDECD9862}" presName="spaceRect" presStyleCnt="0"/>
      <dgm:spPr/>
    </dgm:pt>
    <dgm:pt modelId="{FB37E4C5-FD3C-4A33-9148-464BE76D74E2}" type="pres">
      <dgm:prSet presAssocID="{117EC664-289A-43CC-A9C6-9CDFDECD9862}" presName="textRect" presStyleLbl="revTx" presStyleIdx="0" presStyleCnt="4">
        <dgm:presLayoutVars>
          <dgm:chMax val="1"/>
          <dgm:chPref val="1"/>
        </dgm:presLayoutVars>
      </dgm:prSet>
      <dgm:spPr/>
    </dgm:pt>
    <dgm:pt modelId="{3AC16A3F-2255-430F-B71F-A3CEAFC8A86A}" type="pres">
      <dgm:prSet presAssocID="{C65A5EC2-FADD-4D50-9D74-CF62DB6ECF78}" presName="sibTrans" presStyleLbl="sibTrans2D1" presStyleIdx="0" presStyleCnt="0"/>
      <dgm:spPr/>
    </dgm:pt>
    <dgm:pt modelId="{703BFCA2-23E4-40FD-92FA-E7F1D77B5267}" type="pres">
      <dgm:prSet presAssocID="{7BE392B7-B9FD-4976-9B51-2DC2FC33B889}" presName="compNode" presStyleCnt="0"/>
      <dgm:spPr/>
    </dgm:pt>
    <dgm:pt modelId="{27D8D01E-4A1E-41F6-9A65-9125F2906BAC}" type="pres">
      <dgm:prSet presAssocID="{7BE392B7-B9FD-4976-9B51-2DC2FC33B889}" presName="iconBgRect" presStyleLbl="bgShp" presStyleIdx="1" presStyleCnt="4"/>
      <dgm:spPr>
        <a:solidFill>
          <a:schemeClr val="bg1">
            <a:alpha val="0"/>
          </a:schemeClr>
        </a:solidFill>
      </dgm:spPr>
    </dgm:pt>
    <dgm:pt modelId="{B711888A-A60E-4F1C-B181-D365245414B7}" type="pres">
      <dgm:prSet presAssocID="{7BE392B7-B9FD-4976-9B51-2DC2FC33B88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arking Location Mirrored"/>
        </a:ext>
      </dgm:extLst>
    </dgm:pt>
    <dgm:pt modelId="{A462A661-4688-4F80-A2E6-65006E4510BC}" type="pres">
      <dgm:prSet presAssocID="{7BE392B7-B9FD-4976-9B51-2DC2FC33B889}" presName="spaceRect" presStyleCnt="0"/>
      <dgm:spPr/>
    </dgm:pt>
    <dgm:pt modelId="{4BF99023-1F6B-4678-B814-B3CE8E3EFBA6}" type="pres">
      <dgm:prSet presAssocID="{7BE392B7-B9FD-4976-9B51-2DC2FC33B889}" presName="textRect" presStyleLbl="revTx" presStyleIdx="1" presStyleCnt="4">
        <dgm:presLayoutVars>
          <dgm:chMax val="1"/>
          <dgm:chPref val="1"/>
        </dgm:presLayoutVars>
      </dgm:prSet>
      <dgm:spPr/>
    </dgm:pt>
    <dgm:pt modelId="{F836401C-5192-4104-8FB6-C7FD4BAF3413}" type="pres">
      <dgm:prSet presAssocID="{77C8CEB9-80DB-4693-BAD5-1466E7BD5E0E}" presName="sibTrans" presStyleLbl="sibTrans2D1" presStyleIdx="0" presStyleCnt="0"/>
      <dgm:spPr/>
    </dgm:pt>
    <dgm:pt modelId="{DD226ACC-5F79-432F-8D65-01E8DC9B31C0}" type="pres">
      <dgm:prSet presAssocID="{CDA16D42-F673-457D-91DE-B0BA763000E7}" presName="compNode" presStyleCnt="0"/>
      <dgm:spPr/>
    </dgm:pt>
    <dgm:pt modelId="{F8494368-5ED5-4396-A82D-6317B44AFE38}" type="pres">
      <dgm:prSet presAssocID="{CDA16D42-F673-457D-91DE-B0BA763000E7}" presName="iconBgRect" presStyleLbl="bgShp" presStyleIdx="2" presStyleCnt="4"/>
      <dgm:spPr>
        <a:solidFill>
          <a:schemeClr val="bg1">
            <a:alpha val="0"/>
          </a:schemeClr>
        </a:solidFill>
      </dgm:spPr>
    </dgm:pt>
    <dgm:pt modelId="{9C7FAD5E-48A9-4902-8976-16962A316CD2}" type="pres">
      <dgm:prSet presAssocID="{CDA16D42-F673-457D-91DE-B0BA763000E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ngerprint"/>
        </a:ext>
      </dgm:extLst>
    </dgm:pt>
    <dgm:pt modelId="{012B0A8B-54D2-42A0-B382-6FFCE22D9A24}" type="pres">
      <dgm:prSet presAssocID="{CDA16D42-F673-457D-91DE-B0BA763000E7}" presName="spaceRect" presStyleCnt="0"/>
      <dgm:spPr/>
    </dgm:pt>
    <dgm:pt modelId="{D489D7B5-6E7E-44D9-B2C1-A2057AF2C764}" type="pres">
      <dgm:prSet presAssocID="{CDA16D42-F673-457D-91DE-B0BA763000E7}" presName="textRect" presStyleLbl="revTx" presStyleIdx="2" presStyleCnt="4">
        <dgm:presLayoutVars>
          <dgm:chMax val="1"/>
          <dgm:chPref val="1"/>
        </dgm:presLayoutVars>
      </dgm:prSet>
      <dgm:spPr/>
    </dgm:pt>
    <dgm:pt modelId="{BCC4302B-E59B-460D-9DD4-683FF38930AB}" type="pres">
      <dgm:prSet presAssocID="{763C099D-2781-4BD7-8452-D732E7FBDE24}" presName="sibTrans" presStyleLbl="sibTrans2D1" presStyleIdx="0" presStyleCnt="0"/>
      <dgm:spPr/>
    </dgm:pt>
    <dgm:pt modelId="{1A0C0175-978B-45C4-AF24-FA4CCE45E772}" type="pres">
      <dgm:prSet presAssocID="{96FAD1A5-3982-41A4-A1BE-41E35E6FBC74}" presName="compNode" presStyleCnt="0"/>
      <dgm:spPr/>
    </dgm:pt>
    <dgm:pt modelId="{AB5DDFC0-EC78-42DE-ADF8-82D656CABD72}" type="pres">
      <dgm:prSet presAssocID="{96FAD1A5-3982-41A4-A1BE-41E35E6FBC74}" presName="iconBgRect" presStyleLbl="bgShp" presStyleIdx="3" presStyleCnt="4"/>
      <dgm:spPr>
        <a:solidFill>
          <a:schemeClr val="bg1"/>
        </a:solidFill>
      </dgm:spPr>
    </dgm:pt>
    <dgm:pt modelId="{3CF5D0A4-D59D-4159-8EA5-072A1BF89C64}" type="pres">
      <dgm:prSet presAssocID="{96FAD1A5-3982-41A4-A1BE-41E35E6FBC7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mmunications"/>
        </a:ext>
      </dgm:extLst>
    </dgm:pt>
    <dgm:pt modelId="{5CF4D6FD-2444-4D30-B2C1-CB408640CA2B}" type="pres">
      <dgm:prSet presAssocID="{96FAD1A5-3982-41A4-A1BE-41E35E6FBC74}" presName="spaceRect" presStyleCnt="0"/>
      <dgm:spPr/>
    </dgm:pt>
    <dgm:pt modelId="{3F139FB2-9656-49DB-98C5-BE81961D3E6E}" type="pres">
      <dgm:prSet presAssocID="{96FAD1A5-3982-41A4-A1BE-41E35E6FBC74}" presName="textRect" presStyleLbl="revTx" presStyleIdx="3" presStyleCnt="4">
        <dgm:presLayoutVars>
          <dgm:chMax val="1"/>
          <dgm:chPref val="1"/>
        </dgm:presLayoutVars>
      </dgm:prSet>
      <dgm:spPr/>
    </dgm:pt>
  </dgm:ptLst>
  <dgm:cxnLst>
    <dgm:cxn modelId="{F3E7330C-663C-44BD-B1AB-86C4000ED71C}" type="presOf" srcId="{77C8CEB9-80DB-4693-BAD5-1466E7BD5E0E}" destId="{F836401C-5192-4104-8FB6-C7FD4BAF3413}" srcOrd="0" destOrd="0" presId="urn:microsoft.com/office/officeart/2018/2/layout/IconCircleList"/>
    <dgm:cxn modelId="{8428A123-2A70-4082-9A72-6AB27D368091}" srcId="{CFCA1690-3F24-4060-AC4A-2912688E0D31}" destId="{117EC664-289A-43CC-A9C6-9CDFDECD9862}" srcOrd="0" destOrd="0" parTransId="{4A88EA0C-3376-4474-931E-B1542AB16CA0}" sibTransId="{C65A5EC2-FADD-4D50-9D74-CF62DB6ECF78}"/>
    <dgm:cxn modelId="{FF0CC72C-D54F-4734-BDD0-3B1F304CFFBB}" srcId="{CFCA1690-3F24-4060-AC4A-2912688E0D31}" destId="{CDA16D42-F673-457D-91DE-B0BA763000E7}" srcOrd="2" destOrd="0" parTransId="{4B36220C-B926-412E-B6D6-EA1FA8DAB37A}" sibTransId="{763C099D-2781-4BD7-8452-D732E7FBDE24}"/>
    <dgm:cxn modelId="{CF7B9031-24BD-4A4D-BA67-8ADD04088DD8}" type="presOf" srcId="{117EC664-289A-43CC-A9C6-9CDFDECD9862}" destId="{FB37E4C5-FD3C-4A33-9148-464BE76D74E2}" srcOrd="0" destOrd="0" presId="urn:microsoft.com/office/officeart/2018/2/layout/IconCircleList"/>
    <dgm:cxn modelId="{91832F5D-4689-4DC0-B095-09DA9A9C9D5F}" type="presOf" srcId="{C65A5EC2-FADD-4D50-9D74-CF62DB6ECF78}" destId="{3AC16A3F-2255-430F-B71F-A3CEAFC8A86A}" srcOrd="0" destOrd="0" presId="urn:microsoft.com/office/officeart/2018/2/layout/IconCircleList"/>
    <dgm:cxn modelId="{B9A72D71-6BCD-43B7-B3E7-9D7736FF16E6}" type="presOf" srcId="{7BE392B7-B9FD-4976-9B51-2DC2FC33B889}" destId="{4BF99023-1F6B-4678-B814-B3CE8E3EFBA6}" srcOrd="0" destOrd="0" presId="urn:microsoft.com/office/officeart/2018/2/layout/IconCircleList"/>
    <dgm:cxn modelId="{5C08A978-EE21-4246-93DD-D8BA9795D471}" type="presOf" srcId="{CFCA1690-3F24-4060-AC4A-2912688E0D31}" destId="{863E6E94-0F46-4C82-A7DF-1EAF8D866D56}" srcOrd="0" destOrd="0" presId="urn:microsoft.com/office/officeart/2018/2/layout/IconCircleList"/>
    <dgm:cxn modelId="{0C037199-35E8-4228-8B1F-2C4A3B6C49D2}" srcId="{CFCA1690-3F24-4060-AC4A-2912688E0D31}" destId="{7BE392B7-B9FD-4976-9B51-2DC2FC33B889}" srcOrd="1" destOrd="0" parTransId="{C99C9F3B-F970-45D1-9390-CA3747371AD7}" sibTransId="{77C8CEB9-80DB-4693-BAD5-1466E7BD5E0E}"/>
    <dgm:cxn modelId="{3090F8A2-A24A-467C-B364-9F406076C437}" type="presOf" srcId="{CDA16D42-F673-457D-91DE-B0BA763000E7}" destId="{D489D7B5-6E7E-44D9-B2C1-A2057AF2C764}" srcOrd="0" destOrd="0" presId="urn:microsoft.com/office/officeart/2018/2/layout/IconCircleList"/>
    <dgm:cxn modelId="{F6822AA5-B3EC-4648-BA59-A45B83EF6259}" type="presOf" srcId="{96FAD1A5-3982-41A4-A1BE-41E35E6FBC74}" destId="{3F139FB2-9656-49DB-98C5-BE81961D3E6E}" srcOrd="0" destOrd="0" presId="urn:microsoft.com/office/officeart/2018/2/layout/IconCircleList"/>
    <dgm:cxn modelId="{CC31B8C3-30C1-42BC-9A01-232534109CDE}" type="presOf" srcId="{763C099D-2781-4BD7-8452-D732E7FBDE24}" destId="{BCC4302B-E59B-460D-9DD4-683FF38930AB}" srcOrd="0" destOrd="0" presId="urn:microsoft.com/office/officeart/2018/2/layout/IconCircleList"/>
    <dgm:cxn modelId="{F9E927CB-4B9C-433F-9B82-4F948E3562D2}" srcId="{CFCA1690-3F24-4060-AC4A-2912688E0D31}" destId="{96FAD1A5-3982-41A4-A1BE-41E35E6FBC74}" srcOrd="3" destOrd="0" parTransId="{B05B3AF4-1147-4061-8A44-2E7D968968E3}" sibTransId="{3E955DB4-BE98-45F2-809F-EA38FDD52446}"/>
    <dgm:cxn modelId="{BE59713B-8106-4990-9388-705518CBBB24}" type="presParOf" srcId="{863E6E94-0F46-4C82-A7DF-1EAF8D866D56}" destId="{41818FC1-6D62-4BC1-8166-34C8F192E784}" srcOrd="0" destOrd="0" presId="urn:microsoft.com/office/officeart/2018/2/layout/IconCircleList"/>
    <dgm:cxn modelId="{18F1BAF5-3F2E-4404-AC1A-14E566112CD2}" type="presParOf" srcId="{41818FC1-6D62-4BC1-8166-34C8F192E784}" destId="{83815692-C3B5-4209-B4F8-03E857F2749D}" srcOrd="0" destOrd="0" presId="urn:microsoft.com/office/officeart/2018/2/layout/IconCircleList"/>
    <dgm:cxn modelId="{23A793EF-3E57-4499-920D-C1D687C382C1}" type="presParOf" srcId="{83815692-C3B5-4209-B4F8-03E857F2749D}" destId="{5EF75A58-79F5-4E7D-8D7C-565FAA4C86BC}" srcOrd="0" destOrd="0" presId="urn:microsoft.com/office/officeart/2018/2/layout/IconCircleList"/>
    <dgm:cxn modelId="{0948B842-6851-49FD-B028-251DBC09F524}" type="presParOf" srcId="{83815692-C3B5-4209-B4F8-03E857F2749D}" destId="{545B08C6-38AD-4C76-9E7D-53C32D3F8E43}" srcOrd="1" destOrd="0" presId="urn:microsoft.com/office/officeart/2018/2/layout/IconCircleList"/>
    <dgm:cxn modelId="{B623DD11-00D2-49E4-81EE-9A54C98C305F}" type="presParOf" srcId="{83815692-C3B5-4209-B4F8-03E857F2749D}" destId="{71EA9512-DED9-4EE5-80DB-E22D5A13B62B}" srcOrd="2" destOrd="0" presId="urn:microsoft.com/office/officeart/2018/2/layout/IconCircleList"/>
    <dgm:cxn modelId="{F91056C3-8211-4C81-9F23-9E258CEC4F9B}" type="presParOf" srcId="{83815692-C3B5-4209-B4F8-03E857F2749D}" destId="{FB37E4C5-FD3C-4A33-9148-464BE76D74E2}" srcOrd="3" destOrd="0" presId="urn:microsoft.com/office/officeart/2018/2/layout/IconCircleList"/>
    <dgm:cxn modelId="{13081B2C-DECA-4454-AB5E-F440A8398932}" type="presParOf" srcId="{41818FC1-6D62-4BC1-8166-34C8F192E784}" destId="{3AC16A3F-2255-430F-B71F-A3CEAFC8A86A}" srcOrd="1" destOrd="0" presId="urn:microsoft.com/office/officeart/2018/2/layout/IconCircleList"/>
    <dgm:cxn modelId="{6607890C-5C5C-4FF6-B1E0-E4AA0050445A}" type="presParOf" srcId="{41818FC1-6D62-4BC1-8166-34C8F192E784}" destId="{703BFCA2-23E4-40FD-92FA-E7F1D77B5267}" srcOrd="2" destOrd="0" presId="urn:microsoft.com/office/officeart/2018/2/layout/IconCircleList"/>
    <dgm:cxn modelId="{C4A533B2-BB93-4AA3-A8B0-80C5B444FC36}" type="presParOf" srcId="{703BFCA2-23E4-40FD-92FA-E7F1D77B5267}" destId="{27D8D01E-4A1E-41F6-9A65-9125F2906BAC}" srcOrd="0" destOrd="0" presId="urn:microsoft.com/office/officeart/2018/2/layout/IconCircleList"/>
    <dgm:cxn modelId="{E0E0EAF3-EEF2-4B55-8FF4-07D6312A67EA}" type="presParOf" srcId="{703BFCA2-23E4-40FD-92FA-E7F1D77B5267}" destId="{B711888A-A60E-4F1C-B181-D365245414B7}" srcOrd="1" destOrd="0" presId="urn:microsoft.com/office/officeart/2018/2/layout/IconCircleList"/>
    <dgm:cxn modelId="{714C41FC-50C0-409F-A9F1-E0D591D75759}" type="presParOf" srcId="{703BFCA2-23E4-40FD-92FA-E7F1D77B5267}" destId="{A462A661-4688-4F80-A2E6-65006E4510BC}" srcOrd="2" destOrd="0" presId="urn:microsoft.com/office/officeart/2018/2/layout/IconCircleList"/>
    <dgm:cxn modelId="{6B5B3926-5ADD-4ECD-9E28-0A40F8FC7128}" type="presParOf" srcId="{703BFCA2-23E4-40FD-92FA-E7F1D77B5267}" destId="{4BF99023-1F6B-4678-B814-B3CE8E3EFBA6}" srcOrd="3" destOrd="0" presId="urn:microsoft.com/office/officeart/2018/2/layout/IconCircleList"/>
    <dgm:cxn modelId="{534608CA-4CF5-4DDC-9A81-BC37DE958B81}" type="presParOf" srcId="{41818FC1-6D62-4BC1-8166-34C8F192E784}" destId="{F836401C-5192-4104-8FB6-C7FD4BAF3413}" srcOrd="3" destOrd="0" presId="urn:microsoft.com/office/officeart/2018/2/layout/IconCircleList"/>
    <dgm:cxn modelId="{1AFB56AA-2C79-4ED0-9945-34358CAD3B3F}" type="presParOf" srcId="{41818FC1-6D62-4BC1-8166-34C8F192E784}" destId="{DD226ACC-5F79-432F-8D65-01E8DC9B31C0}" srcOrd="4" destOrd="0" presId="urn:microsoft.com/office/officeart/2018/2/layout/IconCircleList"/>
    <dgm:cxn modelId="{1F64C4D7-8D34-4070-9C15-BFA1FA70715D}" type="presParOf" srcId="{DD226ACC-5F79-432F-8D65-01E8DC9B31C0}" destId="{F8494368-5ED5-4396-A82D-6317B44AFE38}" srcOrd="0" destOrd="0" presId="urn:microsoft.com/office/officeart/2018/2/layout/IconCircleList"/>
    <dgm:cxn modelId="{05EBDE7B-13AF-449B-B2AE-823B54BF3901}" type="presParOf" srcId="{DD226ACC-5F79-432F-8D65-01E8DC9B31C0}" destId="{9C7FAD5E-48A9-4902-8976-16962A316CD2}" srcOrd="1" destOrd="0" presId="urn:microsoft.com/office/officeart/2018/2/layout/IconCircleList"/>
    <dgm:cxn modelId="{8308914C-32AA-4B33-AFB3-8B70CE2C8AB3}" type="presParOf" srcId="{DD226ACC-5F79-432F-8D65-01E8DC9B31C0}" destId="{012B0A8B-54D2-42A0-B382-6FFCE22D9A24}" srcOrd="2" destOrd="0" presId="urn:microsoft.com/office/officeart/2018/2/layout/IconCircleList"/>
    <dgm:cxn modelId="{C47A57B3-F4B7-4699-9BB6-797471643705}" type="presParOf" srcId="{DD226ACC-5F79-432F-8D65-01E8DC9B31C0}" destId="{D489D7B5-6E7E-44D9-B2C1-A2057AF2C764}" srcOrd="3" destOrd="0" presId="urn:microsoft.com/office/officeart/2018/2/layout/IconCircleList"/>
    <dgm:cxn modelId="{2F5785EA-C977-4A50-8E36-8E82A7120545}" type="presParOf" srcId="{41818FC1-6D62-4BC1-8166-34C8F192E784}" destId="{BCC4302B-E59B-460D-9DD4-683FF38930AB}" srcOrd="5" destOrd="0" presId="urn:microsoft.com/office/officeart/2018/2/layout/IconCircleList"/>
    <dgm:cxn modelId="{7B77D367-0051-4D7C-8792-6554EAEDAA10}" type="presParOf" srcId="{41818FC1-6D62-4BC1-8166-34C8F192E784}" destId="{1A0C0175-978B-45C4-AF24-FA4CCE45E772}" srcOrd="6" destOrd="0" presId="urn:microsoft.com/office/officeart/2018/2/layout/IconCircleList"/>
    <dgm:cxn modelId="{662F3685-B4E5-451C-A85F-2AA99B53FB24}" type="presParOf" srcId="{1A0C0175-978B-45C4-AF24-FA4CCE45E772}" destId="{AB5DDFC0-EC78-42DE-ADF8-82D656CABD72}" srcOrd="0" destOrd="0" presId="urn:microsoft.com/office/officeart/2018/2/layout/IconCircleList"/>
    <dgm:cxn modelId="{B719BCAF-5B87-463D-BF13-D6C0032B32E6}" type="presParOf" srcId="{1A0C0175-978B-45C4-AF24-FA4CCE45E772}" destId="{3CF5D0A4-D59D-4159-8EA5-072A1BF89C64}" srcOrd="1" destOrd="0" presId="urn:microsoft.com/office/officeart/2018/2/layout/IconCircleList"/>
    <dgm:cxn modelId="{15692786-181D-45BC-AF6C-986D0CC7B31A}" type="presParOf" srcId="{1A0C0175-978B-45C4-AF24-FA4CCE45E772}" destId="{5CF4D6FD-2444-4D30-B2C1-CB408640CA2B}" srcOrd="2" destOrd="0" presId="urn:microsoft.com/office/officeart/2018/2/layout/IconCircleList"/>
    <dgm:cxn modelId="{D22945CD-99D5-466B-A52D-81881C806A50}" type="presParOf" srcId="{1A0C0175-978B-45C4-AF24-FA4CCE45E772}" destId="{3F139FB2-9656-49DB-98C5-BE81961D3E6E}"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70A77-5CCF-4FE1-8B73-85892BCF188D}">
      <dsp:nvSpPr>
        <dsp:cNvPr id="0" name=""/>
        <dsp:cNvSpPr/>
      </dsp:nvSpPr>
      <dsp:spPr>
        <a:xfrm>
          <a:off x="828914" y="81231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403601-EDF1-4251-8A3E-CD5313DB3D88}">
      <dsp:nvSpPr>
        <dsp:cNvPr id="0" name=""/>
        <dsp:cNvSpPr/>
      </dsp:nvSpPr>
      <dsp:spPr>
        <a:xfrm>
          <a:off x="333914" y="1932092"/>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Choosing a Relevant Question</a:t>
          </a:r>
          <a:endParaRPr lang="en-US" sz="2000" kern="1200" dirty="0"/>
        </a:p>
      </dsp:txBody>
      <dsp:txXfrm>
        <a:off x="333914" y="1932092"/>
        <a:ext cx="1800000" cy="945000"/>
      </dsp:txXfrm>
    </dsp:sp>
    <dsp:sp modelId="{7793A0D1-5C0A-4C2D-9AB0-437DC9857B30}">
      <dsp:nvSpPr>
        <dsp:cNvPr id="0" name=""/>
        <dsp:cNvSpPr/>
      </dsp:nvSpPr>
      <dsp:spPr>
        <a:xfrm>
          <a:off x="2943914" y="81231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3BCDA-B5E1-4DE4-B631-75124A669022}">
      <dsp:nvSpPr>
        <dsp:cNvPr id="0" name=""/>
        <dsp:cNvSpPr/>
      </dsp:nvSpPr>
      <dsp:spPr>
        <a:xfrm>
          <a:off x="2448914" y="1932092"/>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Reference Resources</a:t>
          </a:r>
          <a:endParaRPr lang="en-US" sz="2000" kern="1200"/>
        </a:p>
      </dsp:txBody>
      <dsp:txXfrm>
        <a:off x="2448914" y="1932092"/>
        <a:ext cx="1800000" cy="945000"/>
      </dsp:txXfrm>
    </dsp:sp>
    <dsp:sp modelId="{B34CD339-D9CB-4956-9214-CCABB272655A}">
      <dsp:nvSpPr>
        <dsp:cNvPr id="0" name=""/>
        <dsp:cNvSpPr/>
      </dsp:nvSpPr>
      <dsp:spPr>
        <a:xfrm>
          <a:off x="5058914" y="81231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9C4514-7C75-4710-9292-5ECA63E24299}">
      <dsp:nvSpPr>
        <dsp:cNvPr id="0" name=""/>
        <dsp:cNvSpPr/>
      </dsp:nvSpPr>
      <dsp:spPr>
        <a:xfrm>
          <a:off x="4563914" y="1932092"/>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Preprocessing Challenges</a:t>
          </a:r>
          <a:endParaRPr lang="en-US" sz="2000" kern="1200"/>
        </a:p>
      </dsp:txBody>
      <dsp:txXfrm>
        <a:off x="4563914" y="1932092"/>
        <a:ext cx="1800000" cy="945000"/>
      </dsp:txXfrm>
    </dsp:sp>
    <dsp:sp modelId="{0DA2E5C6-5718-4C19-97A9-8B7FA5E63418}">
      <dsp:nvSpPr>
        <dsp:cNvPr id="0" name=""/>
        <dsp:cNvSpPr/>
      </dsp:nvSpPr>
      <dsp:spPr>
        <a:xfrm>
          <a:off x="7173914" y="81231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62169D-8162-456C-AF15-86F0E09D0AED}">
      <dsp:nvSpPr>
        <dsp:cNvPr id="0" name=""/>
        <dsp:cNvSpPr/>
      </dsp:nvSpPr>
      <dsp:spPr>
        <a:xfrm>
          <a:off x="6678914" y="1932092"/>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dirty="0"/>
            <a:t>Answering the Question: </a:t>
          </a:r>
          <a:br>
            <a:rPr lang="en-GB" sz="2000" kern="1200" dirty="0"/>
          </a:br>
          <a:r>
            <a:rPr lang="en-GB" sz="2000" kern="1200" dirty="0"/>
            <a:t>Data Analysis</a:t>
          </a:r>
          <a:endParaRPr lang="en-US" sz="2000" kern="1200" dirty="0"/>
        </a:p>
      </dsp:txBody>
      <dsp:txXfrm>
        <a:off x="6678914" y="1932092"/>
        <a:ext cx="1800000" cy="945000"/>
      </dsp:txXfrm>
    </dsp:sp>
    <dsp:sp modelId="{8D014449-AE4E-42B8-911F-4A12F8E32528}">
      <dsp:nvSpPr>
        <dsp:cNvPr id="0" name=""/>
        <dsp:cNvSpPr/>
      </dsp:nvSpPr>
      <dsp:spPr>
        <a:xfrm>
          <a:off x="9288914" y="81231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6F7D6-1C16-4E27-8EC0-73F9F16377E0}">
      <dsp:nvSpPr>
        <dsp:cNvPr id="0" name=""/>
        <dsp:cNvSpPr/>
      </dsp:nvSpPr>
      <dsp:spPr>
        <a:xfrm>
          <a:off x="8793914" y="1932092"/>
          <a:ext cx="18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Limitations of the Dataset</a:t>
          </a:r>
          <a:endParaRPr lang="en-US" sz="2000" kern="1200"/>
        </a:p>
      </dsp:txBody>
      <dsp:txXfrm>
        <a:off x="8793914" y="1932092"/>
        <a:ext cx="1800000" cy="94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B3F2B-DAE4-40F1-B2B1-5DF0F1DA7F7E}">
      <dsp:nvSpPr>
        <dsp:cNvPr id="0" name=""/>
        <dsp:cNvSpPr/>
      </dsp:nvSpPr>
      <dsp:spPr>
        <a:xfrm>
          <a:off x="2169914" y="5004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D14F1F-DAE9-4130-B252-309413779EF0}">
      <dsp:nvSpPr>
        <dsp:cNvPr id="0" name=""/>
        <dsp:cNvSpPr/>
      </dsp:nvSpPr>
      <dsp:spPr>
        <a:xfrm>
          <a:off x="765914" y="173803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dirty="0"/>
            <a:t>The Dataset:</a:t>
          </a:r>
        </a:p>
      </dsp:txBody>
      <dsp:txXfrm>
        <a:off x="765914" y="1738036"/>
        <a:ext cx="4320000" cy="648000"/>
      </dsp:txXfrm>
    </dsp:sp>
    <dsp:sp modelId="{6F3BCF9A-F273-41A6-91FC-BEC565FC99E1}">
      <dsp:nvSpPr>
        <dsp:cNvPr id="0" name=""/>
        <dsp:cNvSpPr/>
      </dsp:nvSpPr>
      <dsp:spPr>
        <a:xfrm>
          <a:off x="765914" y="2467890"/>
          <a:ext cx="4320000" cy="1674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t>One year of pollution sensor readings in an Italian city </a:t>
          </a:r>
          <a:br>
            <a:rPr lang="en-US" sz="2800" kern="1200" dirty="0"/>
          </a:br>
          <a:r>
            <a:rPr lang="en-US" sz="2800" kern="1200" dirty="0"/>
            <a:t>from 2004 to 2005</a:t>
          </a:r>
        </a:p>
      </dsp:txBody>
      <dsp:txXfrm>
        <a:off x="765914" y="2467890"/>
        <a:ext cx="4320000" cy="1674865"/>
      </dsp:txXfrm>
    </dsp:sp>
    <dsp:sp modelId="{CDC2C2C8-59D5-4E86-A85D-96BC71EA8A50}">
      <dsp:nvSpPr>
        <dsp:cNvPr id="0" name=""/>
        <dsp:cNvSpPr/>
      </dsp:nvSpPr>
      <dsp:spPr>
        <a:xfrm>
          <a:off x="7245914" y="5004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198F9-E15F-4D1F-91B2-8952BC311860}">
      <dsp:nvSpPr>
        <dsp:cNvPr id="0" name=""/>
        <dsp:cNvSpPr/>
      </dsp:nvSpPr>
      <dsp:spPr>
        <a:xfrm>
          <a:off x="5841914" y="173803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a:t>Analytical Questions:</a:t>
          </a:r>
        </a:p>
      </dsp:txBody>
      <dsp:txXfrm>
        <a:off x="5841914" y="1738036"/>
        <a:ext cx="4320000" cy="648000"/>
      </dsp:txXfrm>
    </dsp:sp>
    <dsp:sp modelId="{1D72C1DE-EF96-4237-A5C9-3885E544328D}">
      <dsp:nvSpPr>
        <dsp:cNvPr id="0" name=""/>
        <dsp:cNvSpPr/>
      </dsp:nvSpPr>
      <dsp:spPr>
        <a:xfrm>
          <a:off x="5841914" y="2467890"/>
          <a:ext cx="4320000" cy="1674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GB" sz="1700" kern="1200" dirty="0"/>
            <a:t>Is it possible to </a:t>
          </a:r>
          <a:r>
            <a:rPr lang="en-GB" sz="1700" b="1" kern="1200" dirty="0"/>
            <a:t>predict future pollution levels</a:t>
          </a:r>
          <a:r>
            <a:rPr lang="en-GB" sz="1700" kern="1200" dirty="0"/>
            <a:t> based on historical data? </a:t>
          </a:r>
          <a:endParaRPr lang="en-US" sz="1700" kern="1200" dirty="0"/>
        </a:p>
        <a:p>
          <a:pPr marL="0" lvl="0" indent="0" algn="ctr" defTabSz="755650">
            <a:lnSpc>
              <a:spcPct val="100000"/>
            </a:lnSpc>
            <a:spcBef>
              <a:spcPct val="0"/>
            </a:spcBef>
            <a:spcAft>
              <a:spcPct val="35000"/>
            </a:spcAft>
            <a:buNone/>
          </a:pPr>
          <a:r>
            <a:rPr lang="en-GB" sz="1700" kern="1200" dirty="0"/>
            <a:t>And can this data be used to </a:t>
          </a:r>
          <a:r>
            <a:rPr lang="en-GB" sz="1700" b="1" kern="1200" dirty="0"/>
            <a:t>inform residents</a:t>
          </a:r>
          <a:r>
            <a:rPr lang="en-GB" sz="1700" kern="1200" dirty="0"/>
            <a:t> of the city about potentially </a:t>
          </a:r>
          <a:r>
            <a:rPr lang="en-GB" sz="1700" b="1" kern="1200" dirty="0"/>
            <a:t>risky times</a:t>
          </a:r>
          <a:r>
            <a:rPr lang="en-GB" sz="1700" kern="1200" dirty="0"/>
            <a:t>, and </a:t>
          </a:r>
          <a:r>
            <a:rPr lang="en-GB" sz="1700" b="1" kern="1200" dirty="0"/>
            <a:t>when to take precautions </a:t>
          </a:r>
          <a:r>
            <a:rPr lang="en-GB" sz="1700" kern="1200" dirty="0"/>
            <a:t>or to avoid going outside without a mask?</a:t>
          </a:r>
          <a:endParaRPr lang="en-US" sz="1700" kern="1200" dirty="0"/>
        </a:p>
      </dsp:txBody>
      <dsp:txXfrm>
        <a:off x="5841914" y="2467890"/>
        <a:ext cx="4320000" cy="16748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0EE6C-5BDF-4BE2-B44A-3E1BEF91889B}">
      <dsp:nvSpPr>
        <dsp:cNvPr id="0" name=""/>
        <dsp:cNvSpPr/>
      </dsp:nvSpPr>
      <dsp:spPr>
        <a:xfrm>
          <a:off x="1061437" y="435812"/>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857C42-A675-4122-9CF6-994BB3601C4D}">
      <dsp:nvSpPr>
        <dsp:cNvPr id="0" name=""/>
        <dsp:cNvSpPr/>
      </dsp:nvSpPr>
      <dsp:spPr>
        <a:xfrm>
          <a:off x="1582" y="1720005"/>
          <a:ext cx="3261093" cy="749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en-GB" sz="2400" kern="1200" dirty="0"/>
            <a:t>Reduced exposure to pollutants for:</a:t>
          </a:r>
          <a:endParaRPr lang="en-US" sz="2400" kern="1200" dirty="0"/>
        </a:p>
      </dsp:txBody>
      <dsp:txXfrm>
        <a:off x="1582" y="1720005"/>
        <a:ext cx="3261093" cy="749032"/>
      </dsp:txXfrm>
    </dsp:sp>
    <dsp:sp modelId="{C20BDE10-FE61-4829-81B0-F933760F0410}">
      <dsp:nvSpPr>
        <dsp:cNvPr id="0" name=""/>
        <dsp:cNvSpPr/>
      </dsp:nvSpPr>
      <dsp:spPr>
        <a:xfrm>
          <a:off x="1582" y="2535461"/>
          <a:ext cx="3261093" cy="1221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Those vulnerable due to respiratory conditions</a:t>
          </a:r>
          <a:endParaRPr lang="en-US" sz="1800" kern="1200"/>
        </a:p>
        <a:p>
          <a:pPr marL="0" lvl="0" indent="0" algn="ctr" defTabSz="800100">
            <a:lnSpc>
              <a:spcPct val="100000"/>
            </a:lnSpc>
            <a:spcBef>
              <a:spcPct val="0"/>
            </a:spcBef>
            <a:spcAft>
              <a:spcPct val="35000"/>
            </a:spcAft>
            <a:buNone/>
          </a:pPr>
          <a:r>
            <a:rPr lang="en-GB" sz="1800" kern="1200"/>
            <a:t>Young children</a:t>
          </a:r>
          <a:endParaRPr lang="en-US" sz="1800" kern="1200"/>
        </a:p>
      </dsp:txBody>
      <dsp:txXfrm>
        <a:off x="1582" y="2535461"/>
        <a:ext cx="3261093" cy="1221530"/>
      </dsp:txXfrm>
    </dsp:sp>
    <dsp:sp modelId="{4DB97967-37C3-4225-9D78-894B6EE9A9E7}">
      <dsp:nvSpPr>
        <dsp:cNvPr id="0" name=""/>
        <dsp:cNvSpPr/>
      </dsp:nvSpPr>
      <dsp:spPr>
        <a:xfrm>
          <a:off x="4893223" y="435812"/>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9432EE-61B6-4628-AF05-0EFBA8929414}">
      <dsp:nvSpPr>
        <dsp:cNvPr id="0" name=""/>
        <dsp:cNvSpPr/>
      </dsp:nvSpPr>
      <dsp:spPr>
        <a:xfrm>
          <a:off x="3833367" y="1720005"/>
          <a:ext cx="3261093" cy="749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en-GB" sz="2400" kern="1200"/>
            <a:t>Support for policy and planning initiatives</a:t>
          </a:r>
          <a:endParaRPr lang="en-US" sz="2400" kern="1200"/>
        </a:p>
      </dsp:txBody>
      <dsp:txXfrm>
        <a:off x="3833367" y="1720005"/>
        <a:ext cx="3261093" cy="749032"/>
      </dsp:txXfrm>
    </dsp:sp>
    <dsp:sp modelId="{322936CB-652B-4E0C-B582-548C43DD7C52}">
      <dsp:nvSpPr>
        <dsp:cNvPr id="0" name=""/>
        <dsp:cNvSpPr/>
      </dsp:nvSpPr>
      <dsp:spPr>
        <a:xfrm>
          <a:off x="3833367" y="2535461"/>
          <a:ext cx="3261093" cy="1221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t>Implement traffic restrictions when high levels are predicted.</a:t>
          </a:r>
          <a:endParaRPr lang="en-US" sz="1800" kern="1200"/>
        </a:p>
        <a:p>
          <a:pPr marL="0" lvl="0" indent="0" algn="ctr" defTabSz="800100">
            <a:lnSpc>
              <a:spcPct val="100000"/>
            </a:lnSpc>
            <a:spcBef>
              <a:spcPct val="0"/>
            </a:spcBef>
            <a:spcAft>
              <a:spcPct val="35000"/>
            </a:spcAft>
            <a:buNone/>
          </a:pPr>
          <a:r>
            <a:rPr lang="en-GB" sz="1800" kern="1200"/>
            <a:t>Pedestrian only zones.</a:t>
          </a:r>
          <a:endParaRPr lang="en-US" sz="1800" kern="1200"/>
        </a:p>
      </dsp:txBody>
      <dsp:txXfrm>
        <a:off x="3833367" y="2535461"/>
        <a:ext cx="3261093" cy="1221530"/>
      </dsp:txXfrm>
    </dsp:sp>
    <dsp:sp modelId="{8CD338ED-9967-46EA-AB26-713AFE411ABE}">
      <dsp:nvSpPr>
        <dsp:cNvPr id="0" name=""/>
        <dsp:cNvSpPr/>
      </dsp:nvSpPr>
      <dsp:spPr>
        <a:xfrm>
          <a:off x="8725008" y="435812"/>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CCE45F-E69C-49F6-9B0C-0D2DC9FB3C4F}">
      <dsp:nvSpPr>
        <dsp:cNvPr id="0" name=""/>
        <dsp:cNvSpPr/>
      </dsp:nvSpPr>
      <dsp:spPr>
        <a:xfrm>
          <a:off x="7665152" y="1720005"/>
          <a:ext cx="3261093" cy="749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en-GB" sz="2400" kern="1200" dirty="0"/>
            <a:t>Increased Public Health Awareness</a:t>
          </a:r>
          <a:endParaRPr lang="en-US" sz="2400" kern="1200" dirty="0"/>
        </a:p>
      </dsp:txBody>
      <dsp:txXfrm>
        <a:off x="7665152" y="1720005"/>
        <a:ext cx="3261093" cy="749032"/>
      </dsp:txXfrm>
    </dsp:sp>
    <dsp:sp modelId="{C0691140-13DB-44EA-B1D6-7E77DB5F1041}">
      <dsp:nvSpPr>
        <dsp:cNvPr id="0" name=""/>
        <dsp:cNvSpPr/>
      </dsp:nvSpPr>
      <dsp:spPr>
        <a:xfrm>
          <a:off x="7665152" y="2535461"/>
          <a:ext cx="3261093" cy="12215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Voluntary reductions by residents. </a:t>
          </a:r>
          <a:endParaRPr lang="en-US" sz="1800" kern="1200" dirty="0"/>
        </a:p>
        <a:p>
          <a:pPr marL="0" lvl="0" indent="0" algn="ctr" defTabSz="800100">
            <a:lnSpc>
              <a:spcPct val="100000"/>
            </a:lnSpc>
            <a:spcBef>
              <a:spcPct val="0"/>
            </a:spcBef>
            <a:spcAft>
              <a:spcPct val="35000"/>
            </a:spcAft>
            <a:buNone/>
          </a:pPr>
          <a:r>
            <a:rPr lang="en-GB" sz="1800" kern="1200" dirty="0"/>
            <a:t>Switching to public transport and/or electric vehicles.</a:t>
          </a:r>
          <a:endParaRPr lang="en-US" sz="1800" kern="1200" dirty="0"/>
        </a:p>
      </dsp:txBody>
      <dsp:txXfrm>
        <a:off x="7665152" y="2535461"/>
        <a:ext cx="3261093" cy="12215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75A58-79F5-4E7D-8D7C-565FAA4C86BC}">
      <dsp:nvSpPr>
        <dsp:cNvPr id="0" name=""/>
        <dsp:cNvSpPr/>
      </dsp:nvSpPr>
      <dsp:spPr>
        <a:xfrm>
          <a:off x="212335" y="469890"/>
          <a:ext cx="1335915" cy="1335915"/>
        </a:xfrm>
        <a:prstGeom prst="ellipse">
          <a:avLst/>
        </a:prstGeom>
        <a:solidFill>
          <a:schemeClr val="bg1">
            <a:alpha val="0"/>
          </a:schemeClr>
        </a:solidFill>
        <a:ln>
          <a:noFill/>
        </a:ln>
        <a:effectLst/>
      </dsp:spPr>
      <dsp:style>
        <a:lnRef idx="0">
          <a:scrgbClr r="0" g="0" b="0"/>
        </a:lnRef>
        <a:fillRef idx="1">
          <a:scrgbClr r="0" g="0" b="0"/>
        </a:fillRef>
        <a:effectRef idx="0">
          <a:scrgbClr r="0" g="0" b="0"/>
        </a:effectRef>
        <a:fontRef idx="minor"/>
      </dsp:style>
    </dsp:sp>
    <dsp:sp modelId="{545B08C6-38AD-4C76-9E7D-53C32D3F8E43}">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37E4C5-FD3C-4A33-9148-464BE76D74E2}">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Single Year</a:t>
          </a:r>
        </a:p>
      </dsp:txBody>
      <dsp:txXfrm>
        <a:off x="1834517" y="469890"/>
        <a:ext cx="3148942" cy="1335915"/>
      </dsp:txXfrm>
    </dsp:sp>
    <dsp:sp modelId="{27D8D01E-4A1E-41F6-9A65-9125F2906BAC}">
      <dsp:nvSpPr>
        <dsp:cNvPr id="0" name=""/>
        <dsp:cNvSpPr/>
      </dsp:nvSpPr>
      <dsp:spPr>
        <a:xfrm>
          <a:off x="5532139" y="469890"/>
          <a:ext cx="1335915" cy="1335915"/>
        </a:xfrm>
        <a:prstGeom prst="ellipse">
          <a:avLst/>
        </a:prstGeom>
        <a:solidFill>
          <a:schemeClr val="bg1">
            <a:alpha val="0"/>
          </a:schemeClr>
        </a:solidFill>
        <a:ln>
          <a:noFill/>
        </a:ln>
        <a:effectLst/>
      </dsp:spPr>
      <dsp:style>
        <a:lnRef idx="0">
          <a:scrgbClr r="0" g="0" b="0"/>
        </a:lnRef>
        <a:fillRef idx="1">
          <a:scrgbClr r="0" g="0" b="0"/>
        </a:fillRef>
        <a:effectRef idx="0">
          <a:scrgbClr r="0" g="0" b="0"/>
        </a:effectRef>
        <a:fontRef idx="minor"/>
      </dsp:style>
    </dsp:sp>
    <dsp:sp modelId="{B711888A-A60E-4F1C-B181-D365245414B7}">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F99023-1F6B-4678-B814-B3CE8E3EFBA6}">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Single Sensor</a:t>
          </a:r>
        </a:p>
      </dsp:txBody>
      <dsp:txXfrm>
        <a:off x="7154322" y="469890"/>
        <a:ext cx="3148942" cy="1335915"/>
      </dsp:txXfrm>
    </dsp:sp>
    <dsp:sp modelId="{F8494368-5ED5-4396-A82D-6317B44AFE38}">
      <dsp:nvSpPr>
        <dsp:cNvPr id="0" name=""/>
        <dsp:cNvSpPr/>
      </dsp:nvSpPr>
      <dsp:spPr>
        <a:xfrm>
          <a:off x="212335" y="2545532"/>
          <a:ext cx="1335915" cy="1335915"/>
        </a:xfrm>
        <a:prstGeom prst="ellipse">
          <a:avLst/>
        </a:prstGeom>
        <a:solidFill>
          <a:schemeClr val="bg1">
            <a:alpha val="0"/>
          </a:schemeClr>
        </a:solidFill>
        <a:ln>
          <a:noFill/>
        </a:ln>
        <a:effectLst/>
      </dsp:spPr>
      <dsp:style>
        <a:lnRef idx="0">
          <a:scrgbClr r="0" g="0" b="0"/>
        </a:lnRef>
        <a:fillRef idx="1">
          <a:scrgbClr r="0" g="0" b="0"/>
        </a:fillRef>
        <a:effectRef idx="0">
          <a:scrgbClr r="0" g="0" b="0"/>
        </a:effectRef>
        <a:fontRef idx="minor"/>
      </dsp:style>
    </dsp:sp>
    <dsp:sp modelId="{9C7FAD5E-48A9-4902-8976-16962A316CD2}">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89D7B5-6E7E-44D9-B2C1-A2057AF2C764}">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Sensor failure – missing values</a:t>
          </a:r>
        </a:p>
      </dsp:txBody>
      <dsp:txXfrm>
        <a:off x="1834517" y="2545532"/>
        <a:ext cx="3148942" cy="1335915"/>
      </dsp:txXfrm>
    </dsp:sp>
    <dsp:sp modelId="{AB5DDFC0-EC78-42DE-ADF8-82D656CABD72}">
      <dsp:nvSpPr>
        <dsp:cNvPr id="0" name=""/>
        <dsp:cNvSpPr/>
      </dsp:nvSpPr>
      <dsp:spPr>
        <a:xfrm>
          <a:off x="5532139" y="2545532"/>
          <a:ext cx="1335915" cy="1335915"/>
        </a:xfrm>
        <a:prstGeom prst="ellipse">
          <a:avLst/>
        </a:prstGeom>
        <a:solidFill>
          <a:schemeClr val="bg1"/>
        </a:solidFill>
        <a:ln>
          <a:noFill/>
        </a:ln>
        <a:effectLst/>
      </dsp:spPr>
      <dsp:style>
        <a:lnRef idx="0">
          <a:scrgbClr r="0" g="0" b="0"/>
        </a:lnRef>
        <a:fillRef idx="1">
          <a:scrgbClr r="0" g="0" b="0"/>
        </a:fillRef>
        <a:effectRef idx="0">
          <a:scrgbClr r="0" g="0" b="0"/>
        </a:effectRef>
        <a:fontRef idx="minor"/>
      </dsp:style>
    </dsp:sp>
    <dsp:sp modelId="{3CF5D0A4-D59D-4159-8EA5-072A1BF89C64}">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39FB2-9656-49DB-98C5-BE81961D3E6E}">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Calibration – inaccurate values</a:t>
          </a:r>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BF61AF-0729-0449-9820-12AE88C0185A}" type="datetimeFigureOut">
              <a:rPr lang="en-US" smtClean="0"/>
              <a:t>6/5/25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A6C747-1210-A448-A00A-5DB36490E53F}" type="slidenum">
              <a:rPr lang="en-US" smtClean="0"/>
              <a:t>‹#›</a:t>
            </a:fld>
            <a:endParaRPr lang="en-US"/>
          </a:p>
        </p:txBody>
      </p:sp>
    </p:spTree>
    <p:extLst>
      <p:ext uri="{BB962C8B-B14F-4D97-AF65-F5344CB8AC3E}">
        <p14:creationId xmlns:p14="http://schemas.microsoft.com/office/powerpoint/2010/main" val="198429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Course Details</a:t>
            </a:r>
          </a:p>
          <a:p>
            <a:r>
              <a:rPr lang="en-GB" sz="1200" kern="1200" dirty="0">
                <a:solidFill>
                  <a:schemeClr val="tx1"/>
                </a:solidFill>
                <a:effectLst/>
                <a:latin typeface="+mn-lt"/>
                <a:ea typeface="+mn-ea"/>
                <a:cs typeface="+mn-cs"/>
              </a:rPr>
              <a:t>Title: 		Applied Data Science</a:t>
            </a:r>
          </a:p>
          <a:p>
            <a:r>
              <a:rPr lang="en-GB" sz="1200" kern="1200" dirty="0">
                <a:solidFill>
                  <a:schemeClr val="tx1"/>
                </a:solidFill>
                <a:effectLst/>
                <a:latin typeface="+mn-lt"/>
                <a:ea typeface="+mn-ea"/>
                <a:cs typeface="+mn-cs"/>
              </a:rPr>
              <a:t>Code: 		DAT5003 S2_24</a:t>
            </a:r>
          </a:p>
          <a:p>
            <a:r>
              <a:rPr lang="en-GB" sz="1200" kern="1200" dirty="0">
                <a:solidFill>
                  <a:schemeClr val="tx1"/>
                </a:solidFill>
                <a:effectLst/>
                <a:latin typeface="+mn-lt"/>
                <a:ea typeface="+mn-ea"/>
                <a:cs typeface="+mn-cs"/>
              </a:rPr>
              <a:t>Term:		Spring 2025</a:t>
            </a:r>
          </a:p>
          <a:p>
            <a:r>
              <a:rPr lang="en-GB" sz="1200" kern="1200" dirty="0">
                <a:solidFill>
                  <a:schemeClr val="tx1"/>
                </a:solidFill>
                <a:effectLst/>
                <a:latin typeface="+mn-lt"/>
                <a:ea typeface="+mn-ea"/>
                <a:cs typeface="+mn-cs"/>
              </a:rPr>
              <a:t>Assessment:		</a:t>
            </a:r>
            <a:r>
              <a:rPr lang="en-GB" sz="1200" b="1" kern="1200" dirty="0">
                <a:solidFill>
                  <a:schemeClr val="tx1"/>
                </a:solidFill>
                <a:effectLst/>
                <a:latin typeface="+mn-lt"/>
                <a:ea typeface="+mn-ea"/>
                <a:cs typeface="+mn-cs"/>
              </a:rPr>
              <a:t>PRES1</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Student Details</a:t>
            </a:r>
          </a:p>
          <a:p>
            <a:r>
              <a:rPr lang="en-GB" sz="1200" kern="1200" dirty="0">
                <a:solidFill>
                  <a:schemeClr val="tx1"/>
                </a:solidFill>
                <a:effectLst/>
                <a:latin typeface="+mn-lt"/>
                <a:ea typeface="+mn-ea"/>
                <a:cs typeface="+mn-cs"/>
              </a:rPr>
              <a:t>Tom Rowan 	ST20285213 </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Project Tutor</a:t>
            </a:r>
          </a:p>
          <a:p>
            <a:r>
              <a:rPr lang="en-GB" sz="1200" kern="1200" dirty="0">
                <a:solidFill>
                  <a:schemeClr val="tx1"/>
                </a:solidFill>
                <a:effectLst/>
                <a:latin typeface="+mn-lt"/>
                <a:ea typeface="+mn-ea"/>
                <a:cs typeface="+mn-cs"/>
              </a:rPr>
              <a:t>Dr. Angesh Anupam</a:t>
            </a:r>
            <a:r>
              <a:rPr lang="en-GB" dirty="0">
                <a:effectLst/>
              </a:rPr>
              <a:t> </a:t>
            </a:r>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1</a:t>
            </a:fld>
            <a:endParaRPr lang="en-US"/>
          </a:p>
        </p:txBody>
      </p:sp>
    </p:spTree>
    <p:extLst>
      <p:ext uri="{BB962C8B-B14F-4D97-AF65-F5344CB8AC3E}">
        <p14:creationId xmlns:p14="http://schemas.microsoft.com/office/powerpoint/2010/main" val="174903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requested in the PRES1 assignment document, this presentation aims to answer:</a:t>
            </a:r>
          </a:p>
          <a:p>
            <a:endParaRPr lang="en-US" dirty="0"/>
          </a:p>
          <a:p>
            <a:pPr marL="171450" indent="-171450">
              <a:buFont typeface="Arial" panose="020B0604020202020204" pitchFamily="34" charset="0"/>
              <a:buChar char="•"/>
            </a:pPr>
            <a:r>
              <a:rPr lang="en-GB" sz="1200" dirty="0"/>
              <a:t>What is your motivation behind the chosen analytic question relevant to the given dataset? </a:t>
            </a:r>
          </a:p>
          <a:p>
            <a:pPr marL="171450" indent="-171450">
              <a:buFont typeface="Arial" panose="020B0604020202020204" pitchFamily="34" charset="0"/>
              <a:buChar char="•"/>
            </a:pPr>
            <a:r>
              <a:rPr lang="en-GB" sz="1200" dirty="0"/>
              <a:t>Which articles, blogs, case studies, etc. did you refer to formulate your data analysis steps and understanding of the domain? You should provide a brief critical evaluation of those materials and methods. </a:t>
            </a:r>
          </a:p>
          <a:p>
            <a:pPr marL="171450" indent="-171450">
              <a:buFont typeface="Arial" panose="020B0604020202020204" pitchFamily="34" charset="0"/>
              <a:buChar char="•"/>
            </a:pPr>
            <a:r>
              <a:rPr lang="en-GB" sz="1200" dirty="0"/>
              <a:t>What were the challenges you encountered while pre-processing the data before the actual analysis and how did you overcome those challenges? </a:t>
            </a:r>
          </a:p>
          <a:p>
            <a:pPr marL="171450" indent="-171450">
              <a:buFont typeface="Arial" panose="020B0604020202020204" pitchFamily="34" charset="0"/>
              <a:buChar char="•"/>
            </a:pPr>
            <a:r>
              <a:rPr lang="en-GB" sz="1200" dirty="0"/>
              <a:t>What were the major steps taken by you for performing the data analysis in order to answer the chosen question? You should also show your key results. </a:t>
            </a:r>
          </a:p>
          <a:p>
            <a:pPr marL="171450" indent="-171450">
              <a:buFont typeface="Arial" panose="020B0604020202020204" pitchFamily="34" charset="0"/>
              <a:buChar char="•"/>
            </a:pPr>
            <a:r>
              <a:rPr lang="en-GB" sz="1200" dirty="0"/>
              <a:t>After working through the given dataset what do you think as the major limitations of this dataset?</a:t>
            </a:r>
            <a:endParaRPr lang="en-US" sz="1200" dirty="0"/>
          </a:p>
        </p:txBody>
      </p:sp>
      <p:sp>
        <p:nvSpPr>
          <p:cNvPr id="4" name="Slide Number Placeholder 3"/>
          <p:cNvSpPr>
            <a:spLocks noGrp="1"/>
          </p:cNvSpPr>
          <p:nvPr>
            <p:ph type="sldNum" sz="quarter" idx="5"/>
          </p:nvPr>
        </p:nvSpPr>
        <p:spPr/>
        <p:txBody>
          <a:bodyPr/>
          <a:lstStyle/>
          <a:p>
            <a:fld id="{79A6C747-1210-A448-A00A-5DB36490E53F}" type="slidenum">
              <a:rPr lang="en-US" smtClean="0"/>
              <a:t>2</a:t>
            </a:fld>
            <a:endParaRPr lang="en-US"/>
          </a:p>
        </p:txBody>
      </p:sp>
    </p:spTree>
    <p:extLst>
      <p:ext uri="{BB962C8B-B14F-4D97-AF65-F5344CB8AC3E}">
        <p14:creationId xmlns:p14="http://schemas.microsoft.com/office/powerpoint/2010/main" val="3554801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rPr>
              <a:t>What can we learn from this dataset?</a:t>
            </a:r>
          </a:p>
          <a:p>
            <a:endParaRPr lang="en-US" sz="1200" dirty="0">
              <a:solidFill>
                <a:srgbClr val="FFFFFF"/>
              </a:solidFill>
            </a:endParaRPr>
          </a:p>
          <a:p>
            <a:r>
              <a:rPr lang="en-US" sz="1200" dirty="0">
                <a:solidFill>
                  <a:srgbClr val="FFFFFF"/>
                </a:solidFill>
              </a:rPr>
              <a:t>The dataset provides a year of data from a pollution sensor in an Italian city.</a:t>
            </a:r>
          </a:p>
          <a:p>
            <a:r>
              <a:rPr lang="en-US" sz="1200" dirty="0">
                <a:solidFill>
                  <a:srgbClr val="FFFFFF"/>
                </a:solidFill>
              </a:rPr>
              <a:t>The data were recorded in 2004 and 2005.</a:t>
            </a:r>
          </a:p>
          <a:p>
            <a:r>
              <a:rPr lang="en-US" sz="1200" dirty="0">
                <a:solidFill>
                  <a:srgbClr val="FFFFFF"/>
                </a:solidFill>
              </a:rPr>
              <a:t>There are a readings from a number of sensors, each tuned to a particular pollutant, along with localized atmospheric readings.</a:t>
            </a:r>
          </a:p>
          <a:p>
            <a:endParaRPr lang="en-US" sz="1200" dirty="0">
              <a:solidFill>
                <a:srgbClr val="FFFFFF"/>
              </a:solidFill>
            </a:endParaRPr>
          </a:p>
          <a:p>
            <a:r>
              <a:rPr lang="en-US" dirty="0"/>
              <a:t>While the dataset is twenty years old, there are a number of relevant questions that can be posed that may have impact even today.</a:t>
            </a:r>
          </a:p>
          <a:p>
            <a:r>
              <a:rPr lang="en-US" dirty="0"/>
              <a:t>The questions that I chose to address were:</a:t>
            </a:r>
          </a:p>
          <a:p>
            <a:endParaRPr lang="en-US" dirty="0"/>
          </a:p>
          <a:p>
            <a:pPr lvl="0"/>
            <a:r>
              <a:rPr lang="en-GB" dirty="0"/>
              <a:t>Is it possible to </a:t>
            </a:r>
            <a:r>
              <a:rPr lang="en-GB" b="1" dirty="0"/>
              <a:t>predict future pollution levels</a:t>
            </a:r>
            <a:r>
              <a:rPr lang="en-GB" dirty="0"/>
              <a:t> based on historical data? </a:t>
            </a:r>
          </a:p>
          <a:p>
            <a:pPr lvl="0"/>
            <a:endParaRPr lang="en-US" dirty="0"/>
          </a:p>
          <a:p>
            <a:pPr lvl="0"/>
            <a:r>
              <a:rPr lang="en-GB" dirty="0"/>
              <a:t>And can this data be used to </a:t>
            </a:r>
            <a:r>
              <a:rPr lang="en-GB" b="1" dirty="0"/>
              <a:t>inform residents</a:t>
            </a:r>
            <a:r>
              <a:rPr lang="en-GB" dirty="0"/>
              <a:t> of the city about potentially </a:t>
            </a:r>
            <a:r>
              <a:rPr lang="en-GB" b="1" dirty="0"/>
              <a:t>risky times</a:t>
            </a:r>
            <a:r>
              <a:rPr lang="en-GB" dirty="0"/>
              <a:t>, and </a:t>
            </a:r>
            <a:r>
              <a:rPr lang="en-GB" b="1" dirty="0"/>
              <a:t>when to take precautions </a:t>
            </a:r>
            <a:r>
              <a:rPr lang="en-GB" dirty="0"/>
              <a:t>or to avoid going outside without a mask?</a:t>
            </a:r>
            <a:endParaRPr lang="en-US" dirty="0"/>
          </a:p>
          <a:p>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3</a:t>
            </a:fld>
            <a:endParaRPr lang="en-US"/>
          </a:p>
        </p:txBody>
      </p:sp>
    </p:spTree>
    <p:extLst>
      <p:ext uri="{BB962C8B-B14F-4D97-AF65-F5344CB8AC3E}">
        <p14:creationId xmlns:p14="http://schemas.microsoft.com/office/powerpoint/2010/main" val="2609608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motivation in choosing these questions was see whether improvements can be made in air quality, or at least to limit exposure for vulnerable people and children.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According to the Welsh Government "air pollution in the UK reduces the life expectancy of every person by an average of 7–8 months, with an associated cost [to the NHS] of up to £20 billion each year.”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Proactive public health measures are very much needed.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Answering the questions posed allows city planners and residents alike to act in an ethical and positive way to reduce pollution. This might result in traffic restrictions, pedestrian only or low-pollution zones – like the London ULEZ.</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Knowing more about pollution levels may also cause residents to switch to public transport or electric vehicles.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4</a:t>
            </a:fld>
            <a:endParaRPr lang="en-US"/>
          </a:p>
        </p:txBody>
      </p:sp>
    </p:spTree>
    <p:extLst>
      <p:ext uri="{BB962C8B-B14F-4D97-AF65-F5344CB8AC3E}">
        <p14:creationId xmlns:p14="http://schemas.microsoft.com/office/powerpoint/2010/main" val="2932629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 are the most important of the resources I used to gain some domain knowledge before attempting this assignment.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did some background research to understand the workings of metal oxide pollution sensors.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also researched how the UK and Welsh governments approach the monitoring and analysis of air quality.</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There is now a network of sensors across the UK; government data is available for free on their website.</a:t>
            </a:r>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5</a:t>
            </a:fld>
            <a:endParaRPr lang="en-US"/>
          </a:p>
        </p:txBody>
      </p:sp>
    </p:spTree>
    <p:extLst>
      <p:ext uri="{BB962C8B-B14F-4D97-AF65-F5344CB8AC3E}">
        <p14:creationId xmlns:p14="http://schemas.microsoft.com/office/powerpoint/2010/main" val="290907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missing a number of values across the features.</a:t>
            </a:r>
          </a:p>
          <a:p>
            <a:endParaRPr lang="en-US" dirty="0"/>
          </a:p>
          <a:p>
            <a:r>
              <a:rPr lang="en-US" dirty="0"/>
              <a:t>One sensor had completely failed early on, so was disregarded completely.</a:t>
            </a:r>
          </a:p>
          <a:p>
            <a:endParaRPr lang="en-US" dirty="0"/>
          </a:p>
          <a:p>
            <a:r>
              <a:rPr lang="en-US" dirty="0"/>
              <a:t>The missing values for the others were imputed using the K Nearest </a:t>
            </a:r>
            <a:r>
              <a:rPr lang="en-US" dirty="0" err="1"/>
              <a:t>Neighbour</a:t>
            </a:r>
            <a:r>
              <a:rPr lang="en-US" dirty="0"/>
              <a:t> algorithm.</a:t>
            </a:r>
            <a:br>
              <a:rPr lang="en-US" dirty="0"/>
            </a:br>
            <a:r>
              <a:rPr lang="en-US" dirty="0"/>
              <a:t>This seemed to work well, apart from creating some 30℃ values in November.</a:t>
            </a:r>
            <a:br>
              <a:rPr lang="en-US" dirty="0"/>
            </a:br>
            <a:r>
              <a:rPr lang="en-US" dirty="0"/>
              <a:t>The rest of the data seemed to follow the trend of the dataset.</a:t>
            </a:r>
          </a:p>
          <a:p>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6</a:t>
            </a:fld>
            <a:endParaRPr lang="en-US"/>
          </a:p>
        </p:txBody>
      </p:sp>
    </p:spTree>
    <p:extLst>
      <p:ext uri="{BB962C8B-B14F-4D97-AF65-F5344CB8AC3E}">
        <p14:creationId xmlns:p14="http://schemas.microsoft.com/office/powerpoint/2010/main" val="3657269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Heatmaps were drawn showing the correlation between features in the dataset.</a:t>
            </a:r>
          </a:p>
          <a:p>
            <a:r>
              <a:rPr lang="en-US" dirty="0"/>
              <a:t>As expected, most pollutants are positively strongly correlated, meaning that the presence of one indicates the likely presence of any other of them.</a:t>
            </a:r>
          </a:p>
          <a:p>
            <a:endParaRPr lang="en-US" dirty="0"/>
          </a:p>
          <a:p>
            <a:r>
              <a:rPr lang="en-US" dirty="0"/>
              <a:t>There was one PT08.S3 (NOx biased) that showed the opposite.</a:t>
            </a:r>
          </a:p>
          <a:p>
            <a:r>
              <a:rPr lang="en-US" dirty="0"/>
              <a:t>It is likely that this sensor was poorly calibrated during the original date gathering.</a:t>
            </a:r>
          </a:p>
          <a:p>
            <a:endParaRPr lang="en-US" dirty="0"/>
          </a:p>
          <a:p>
            <a:r>
              <a:rPr lang="en-US" dirty="0"/>
              <a:t>These sensor values were dropped from this study.</a:t>
            </a:r>
            <a:br>
              <a:rPr lang="en-US" dirty="0"/>
            </a:br>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7</a:t>
            </a:fld>
            <a:endParaRPr lang="en-US"/>
          </a:p>
        </p:txBody>
      </p:sp>
    </p:spTree>
    <p:extLst>
      <p:ext uri="{BB962C8B-B14F-4D97-AF65-F5344CB8AC3E}">
        <p14:creationId xmlns:p14="http://schemas.microsoft.com/office/powerpoint/2010/main" val="355489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It is difficult to find standardised legal limits for each of the chemicals in the dataset. The legal limits expected by countries vary wildly. </a:t>
            </a:r>
          </a:p>
          <a:p>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data was gathered twenty years ago in 2004-2005. The World Health Organisation has proposed stricter limits since this time.</a:t>
            </a:r>
          </a:p>
          <a:p>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data was averaged over one, eight and 24 hours and compared to the legal limit for that period. As the table shows, the pollutant levels frequently breached WHO safety limits, particularly for benzene and nitrogen dioxide.</a:t>
            </a:r>
          </a:p>
          <a:p>
            <a:endParaRPr lang="en-GB" sz="1200" b="0" kern="1200" dirty="0">
              <a:solidFill>
                <a:schemeClr val="tx1"/>
              </a:solidFill>
              <a:effectLst/>
              <a:latin typeface="+mn-lt"/>
              <a:ea typeface="+mn-ea"/>
              <a:cs typeface="+mn-cs"/>
            </a:endParaRPr>
          </a:p>
          <a:p>
            <a:endParaRPr lang="en-GB"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9A6C747-1210-A448-A00A-5DB36490E53F}" type="slidenum">
              <a:rPr lang="en-US" smtClean="0"/>
              <a:t>8</a:t>
            </a:fld>
            <a:endParaRPr lang="en-US"/>
          </a:p>
        </p:txBody>
      </p:sp>
    </p:spTree>
    <p:extLst>
      <p:ext uri="{BB962C8B-B14F-4D97-AF65-F5344CB8AC3E}">
        <p14:creationId xmlns:p14="http://schemas.microsoft.com/office/powerpoint/2010/main" val="2681153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NARMAX model takes into account previous data values to predict the current one.</a:t>
            </a:r>
          </a:p>
          <a:p>
            <a:r>
              <a:rPr lang="en-US" dirty="0"/>
              <a:t>This is suitable for complex systems, such as the air quality data, where three are external influences – such as other pollutants.</a:t>
            </a:r>
          </a:p>
          <a:p>
            <a:endParaRPr lang="en-US" dirty="0"/>
          </a:p>
          <a:p>
            <a:r>
              <a:rPr lang="en-US" dirty="0"/>
              <a:t>There is only one python module available – </a:t>
            </a:r>
            <a:r>
              <a:rPr lang="en-US" dirty="0" err="1"/>
              <a:t>SysIdentPy</a:t>
            </a:r>
            <a:r>
              <a:rPr lang="en-US" dirty="0"/>
              <a:t> – </a:t>
            </a:r>
            <a:r>
              <a:rPr lang="en-GB" sz="1200" kern="1200" dirty="0">
                <a:solidFill>
                  <a:schemeClr val="tx1"/>
                </a:solidFill>
                <a:effectLst/>
                <a:latin typeface="+mn-lt"/>
                <a:ea typeface="+mn-ea"/>
                <a:cs typeface="+mn-cs"/>
              </a:rPr>
              <a:t>and information on the library is highly technical.</a:t>
            </a:r>
          </a:p>
          <a:p>
            <a:r>
              <a:rPr lang="en-GB" sz="1200" kern="1200" dirty="0">
                <a:solidFill>
                  <a:schemeClr val="tx1"/>
                </a:solidFill>
                <a:effectLst/>
                <a:latin typeface="+mn-lt"/>
                <a:ea typeface="+mn-ea"/>
                <a:cs typeface="+mn-cs"/>
              </a:rPr>
              <a:t>This proved to be complicated to set up to create a reliable model. The results were not particularly useful.</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data was normalised before processing by the model.</a:t>
            </a:r>
          </a:p>
          <a:p>
            <a:r>
              <a:rPr lang="en-GB" sz="1200" kern="1200" dirty="0">
                <a:solidFill>
                  <a:schemeClr val="tx1"/>
                </a:solidFill>
                <a:effectLst/>
                <a:latin typeface="+mn-lt"/>
                <a:ea typeface="+mn-ea"/>
                <a:cs typeface="+mn-cs"/>
              </a:rPr>
              <a:t>But, predicted levels are much lower than the actual levels.</a:t>
            </a:r>
            <a:endParaRPr lang="en-GB" dirty="0">
              <a:effectLst/>
            </a:endParaRPr>
          </a:p>
        </p:txBody>
      </p:sp>
      <p:sp>
        <p:nvSpPr>
          <p:cNvPr id="4" name="Slide Number Placeholder 3"/>
          <p:cNvSpPr>
            <a:spLocks noGrp="1"/>
          </p:cNvSpPr>
          <p:nvPr>
            <p:ph type="sldNum" sz="quarter" idx="5"/>
          </p:nvPr>
        </p:nvSpPr>
        <p:spPr/>
        <p:txBody>
          <a:bodyPr/>
          <a:lstStyle/>
          <a:p>
            <a:fld id="{79A6C747-1210-A448-A00A-5DB36490E53F}" type="slidenum">
              <a:rPr lang="en-US" smtClean="0"/>
              <a:t>9</a:t>
            </a:fld>
            <a:endParaRPr lang="en-US"/>
          </a:p>
        </p:txBody>
      </p:sp>
    </p:spTree>
    <p:extLst>
      <p:ext uri="{BB962C8B-B14F-4D97-AF65-F5344CB8AC3E}">
        <p14:creationId xmlns:p14="http://schemas.microsoft.com/office/powerpoint/2010/main" val="1982831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Heatmaps are effective to show the time when pollution levels are at their highest.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most useful charts plotted the hour of the day against weekday and against the month.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data for all pollutants has been normalised and summed.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Pollution levels are highest from 0730 to 1000, and again from 1630-2030 on weekdays.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This effect is increased in the winter months, when more drive to work due to the weather.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August is comparatively pollution free. This is because August is when Italians take their summer holidays. (Crowded Planet,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(Crowded Planet (2025) </a:t>
            </a:r>
            <a:r>
              <a:rPr lang="en-GB" sz="1200" b="0" i="1" kern="1200" dirty="0">
                <a:solidFill>
                  <a:schemeClr val="tx1"/>
                </a:solidFill>
                <a:effectLst/>
                <a:latin typeface="+mn-lt"/>
                <a:ea typeface="+mn-ea"/>
                <a:cs typeface="+mn-cs"/>
              </a:rPr>
              <a:t>Italy in August – Where to Go + Weather 2025,</a:t>
            </a:r>
            <a:r>
              <a:rPr lang="en-GB" sz="1200" kern="1200" dirty="0">
                <a:solidFill>
                  <a:schemeClr val="tx1"/>
                </a:solidFill>
                <a:effectLst/>
                <a:latin typeface="+mn-lt"/>
                <a:ea typeface="+mn-ea"/>
                <a:cs typeface="+mn-cs"/>
              </a:rPr>
              <a:t> https://</a:t>
            </a:r>
            <a:r>
              <a:rPr lang="en-GB" sz="1200" kern="1200" dirty="0" err="1">
                <a:solidFill>
                  <a:schemeClr val="tx1"/>
                </a:solidFill>
                <a:effectLst/>
                <a:latin typeface="+mn-lt"/>
                <a:ea typeface="+mn-ea"/>
                <a:cs typeface="+mn-cs"/>
              </a:rPr>
              <a:t>www.thecrowdedplanet.com</a:t>
            </a:r>
            <a:r>
              <a:rPr lang="en-GB" sz="1200" kern="1200" dirty="0">
                <a:solidFill>
                  <a:schemeClr val="tx1"/>
                </a:solidFill>
                <a:effectLst/>
                <a:latin typeface="+mn-lt"/>
                <a:ea typeface="+mn-ea"/>
                <a:cs typeface="+mn-cs"/>
              </a:rPr>
              <a:t>/</a:t>
            </a:r>
            <a:r>
              <a:rPr lang="en-GB" sz="1200" kern="1200" dirty="0" err="1">
                <a:solidFill>
                  <a:schemeClr val="tx1"/>
                </a:solidFill>
                <a:effectLst/>
                <a:latin typeface="+mn-lt"/>
                <a:ea typeface="+mn-ea"/>
                <a:cs typeface="+mn-cs"/>
              </a:rPr>
              <a:t>italy</a:t>
            </a:r>
            <a:r>
              <a:rPr lang="en-GB" sz="1200" kern="1200" dirty="0">
                <a:solidFill>
                  <a:schemeClr val="tx1"/>
                </a:solidFill>
                <a:effectLst/>
                <a:latin typeface="+mn-lt"/>
                <a:ea typeface="+mn-ea"/>
                <a:cs typeface="+mn-cs"/>
              </a:rPr>
              <a:t>-in-august/)</a:t>
            </a:r>
          </a:p>
          <a:p>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10</a:t>
            </a:fld>
            <a:endParaRPr lang="en-US"/>
          </a:p>
        </p:txBody>
      </p:sp>
    </p:spTree>
    <p:extLst>
      <p:ext uri="{BB962C8B-B14F-4D97-AF65-F5344CB8AC3E}">
        <p14:creationId xmlns:p14="http://schemas.microsoft.com/office/powerpoint/2010/main" val="219199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limited in several ways:</a:t>
            </a:r>
          </a:p>
          <a:p>
            <a:endParaRPr lang="en-US" dirty="0"/>
          </a:p>
          <a:p>
            <a:pPr marL="171450" indent="-171450">
              <a:buFontTx/>
              <a:buChar char="-"/>
            </a:pPr>
            <a:r>
              <a:rPr lang="en-US" b="1" dirty="0"/>
              <a:t>There is only a single year of data</a:t>
            </a:r>
            <a:r>
              <a:rPr lang="en-US" dirty="0"/>
              <a:t>. This limits the effectiveness of time based analysis.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1" dirty="0"/>
              <a:t>There is only a single sensor</a:t>
            </a:r>
            <a:r>
              <a:rPr lang="en-US" dirty="0"/>
              <a:t>. </a:t>
            </a:r>
            <a:br>
              <a:rPr lang="en-US" dirty="0"/>
            </a:br>
            <a:r>
              <a:rPr lang="en-GB" sz="1200" kern="1200" dirty="0">
                <a:solidFill>
                  <a:schemeClr val="tx1"/>
                </a:solidFill>
                <a:effectLst/>
                <a:latin typeface="+mn-lt"/>
                <a:ea typeface="+mn-ea"/>
                <a:cs typeface="+mn-cs"/>
              </a:rPr>
              <a:t>The more sensor readings that are available, the easier it would be to spot false readings, particularly where a sensor is wildly out of calibration with its peers.</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Placing sensors away from traffic may identify pollution from other sources – such as garden bonfires, construction sites, human waste management or landfill sites.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1" kern="1200" dirty="0">
                <a:solidFill>
                  <a:schemeClr val="tx1"/>
                </a:solidFill>
                <a:effectLst/>
                <a:latin typeface="+mn-lt"/>
                <a:ea typeface="+mn-ea"/>
                <a:cs typeface="+mn-cs"/>
              </a:rPr>
              <a:t>Sensor failure leading to missing values</a:t>
            </a:r>
            <a:r>
              <a:rPr lang="en-GB" sz="1200" kern="1200" dirty="0">
                <a:solidFill>
                  <a:schemeClr val="tx1"/>
                </a:solidFill>
                <a:effectLst/>
                <a:latin typeface="+mn-lt"/>
                <a:ea typeface="+mn-ea"/>
                <a:cs typeface="+mn-cs"/>
              </a:rPr>
              <a:t>. One sensor failed completely, while others were missing values.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b="1" kern="1200" dirty="0">
                <a:solidFill>
                  <a:schemeClr val="tx1"/>
                </a:solidFill>
                <a:effectLst/>
                <a:latin typeface="+mn-lt"/>
                <a:ea typeface="+mn-ea"/>
                <a:cs typeface="+mn-cs"/>
              </a:rPr>
              <a:t>Poor sensor calibration </a:t>
            </a:r>
            <a:r>
              <a:rPr lang="en-GB" sz="1200" kern="1200" dirty="0">
                <a:solidFill>
                  <a:schemeClr val="tx1"/>
                </a:solidFill>
                <a:effectLst/>
                <a:latin typeface="+mn-lt"/>
                <a:ea typeface="+mn-ea"/>
                <a:cs typeface="+mn-cs"/>
              </a:rPr>
              <a:t>leading to inaccurate values and built-in biases in the data.</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When the sensor was deployed in 2004, these were large expensive items. Cheaper, more reliable sensors are available today.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Future studies would use a grid of sensors deployed across a local and would also record wind direction and strength.</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This would enable analysis of dispersion and identification of pollutant sources. </a:t>
            </a:r>
            <a:endParaRPr lang="en-US" dirty="0"/>
          </a:p>
        </p:txBody>
      </p:sp>
      <p:sp>
        <p:nvSpPr>
          <p:cNvPr id="4" name="Slide Number Placeholder 3"/>
          <p:cNvSpPr>
            <a:spLocks noGrp="1"/>
          </p:cNvSpPr>
          <p:nvPr>
            <p:ph type="sldNum" sz="quarter" idx="5"/>
          </p:nvPr>
        </p:nvSpPr>
        <p:spPr/>
        <p:txBody>
          <a:bodyPr/>
          <a:lstStyle/>
          <a:p>
            <a:fld id="{79A6C747-1210-A448-A00A-5DB36490E53F}" type="slidenum">
              <a:rPr lang="en-US" smtClean="0"/>
              <a:t>11</a:t>
            </a:fld>
            <a:endParaRPr lang="en-US"/>
          </a:p>
        </p:txBody>
      </p:sp>
    </p:spTree>
    <p:extLst>
      <p:ext uri="{BB962C8B-B14F-4D97-AF65-F5344CB8AC3E}">
        <p14:creationId xmlns:p14="http://schemas.microsoft.com/office/powerpoint/2010/main" val="1207225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7873-1251-9913-1AB5-776ACBE25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106BF-4098-DA4B-6FEB-488EE1390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68792-854A-553F-BB92-D9EE3111555E}"/>
              </a:ext>
            </a:extLst>
          </p:cNvPr>
          <p:cNvSpPr>
            <a:spLocks noGrp="1"/>
          </p:cNvSpPr>
          <p:nvPr>
            <p:ph type="body" idx="1"/>
          </p:nvPr>
        </p:nvSpPr>
        <p:spPr/>
        <p:txBody>
          <a:bodyPr/>
          <a:lstStyle/>
          <a:p>
            <a:r>
              <a:rPr lang="en-US" dirty="0"/>
              <a:t>The Air Quality Dataset </a:t>
            </a:r>
          </a:p>
          <a:p>
            <a:pPr lvl="1"/>
            <a:r>
              <a:rPr lang="en-US" dirty="0"/>
              <a:t>posed some preprocessing challenges.</a:t>
            </a:r>
          </a:p>
          <a:p>
            <a:pPr lvl="1"/>
            <a:r>
              <a:rPr lang="en-US" dirty="0"/>
              <a:t>And has limitations.</a:t>
            </a:r>
          </a:p>
          <a:p>
            <a:r>
              <a:rPr lang="en-US" dirty="0"/>
              <a:t>Answering the analytical questions:</a:t>
            </a:r>
          </a:p>
          <a:p>
            <a:pPr lvl="1"/>
            <a:r>
              <a:rPr lang="en-US" dirty="0"/>
              <a:t>Statistical NARMAX modelling was inconclusive</a:t>
            </a:r>
          </a:p>
          <a:p>
            <a:pPr lvl="1"/>
            <a:r>
              <a:rPr lang="en-US" dirty="0"/>
              <a:t>But the heatmaps proved to be effective.</a:t>
            </a:r>
          </a:p>
          <a:p>
            <a:r>
              <a:rPr lang="en-US" dirty="0"/>
              <a:t>Further study </a:t>
            </a:r>
          </a:p>
          <a:p>
            <a:pPr lvl="1"/>
            <a:r>
              <a:rPr lang="en-US" dirty="0"/>
              <a:t>multiple sensors in a grid</a:t>
            </a:r>
          </a:p>
          <a:p>
            <a:pPr lvl="1"/>
            <a:r>
              <a:rPr lang="en-US" dirty="0"/>
              <a:t>more atmospheric features – wind direction and strength</a:t>
            </a:r>
          </a:p>
          <a:p>
            <a:endParaRPr lang="en-US" dirty="0"/>
          </a:p>
        </p:txBody>
      </p:sp>
      <p:sp>
        <p:nvSpPr>
          <p:cNvPr id="4" name="Slide Number Placeholder 3">
            <a:extLst>
              <a:ext uri="{FF2B5EF4-FFF2-40B4-BE49-F238E27FC236}">
                <a16:creationId xmlns:a16="http://schemas.microsoft.com/office/drawing/2014/main" id="{DC691F72-A595-7F9C-D5C5-E8E385AFEABB}"/>
              </a:ext>
            </a:extLst>
          </p:cNvPr>
          <p:cNvSpPr>
            <a:spLocks noGrp="1"/>
          </p:cNvSpPr>
          <p:nvPr>
            <p:ph type="sldNum" sz="quarter" idx="5"/>
          </p:nvPr>
        </p:nvSpPr>
        <p:spPr/>
        <p:txBody>
          <a:bodyPr/>
          <a:lstStyle/>
          <a:p>
            <a:fld id="{79A6C747-1210-A448-A00A-5DB36490E53F}" type="slidenum">
              <a:rPr lang="en-US" smtClean="0"/>
              <a:t>12</a:t>
            </a:fld>
            <a:endParaRPr lang="en-US"/>
          </a:p>
        </p:txBody>
      </p:sp>
    </p:spTree>
    <p:extLst>
      <p:ext uri="{BB962C8B-B14F-4D97-AF65-F5344CB8AC3E}">
        <p14:creationId xmlns:p14="http://schemas.microsoft.com/office/powerpoint/2010/main" val="1517129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3D1A-8296-2AF0-9270-379318CC8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9D00C-8F83-F568-6E0C-4E34D02AA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60DF5-C360-C6C8-A671-F4B03006E1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F0C847-6F44-1DC6-D506-8D0738361B63}"/>
              </a:ext>
            </a:extLst>
          </p:cNvPr>
          <p:cNvSpPr>
            <a:spLocks noGrp="1"/>
          </p:cNvSpPr>
          <p:nvPr>
            <p:ph type="sldNum" sz="quarter" idx="5"/>
          </p:nvPr>
        </p:nvSpPr>
        <p:spPr/>
        <p:txBody>
          <a:bodyPr/>
          <a:lstStyle/>
          <a:p>
            <a:fld id="{79A6C747-1210-A448-A00A-5DB36490E53F}" type="slidenum">
              <a:rPr lang="en-US" smtClean="0"/>
              <a:t>13</a:t>
            </a:fld>
            <a:endParaRPr lang="en-US"/>
          </a:p>
        </p:txBody>
      </p:sp>
    </p:spTree>
    <p:extLst>
      <p:ext uri="{BB962C8B-B14F-4D97-AF65-F5344CB8AC3E}">
        <p14:creationId xmlns:p14="http://schemas.microsoft.com/office/powerpoint/2010/main" val="1324765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CE00-A89D-52A4-7F86-81FFCDCEA09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FA08E74-CF95-5783-E459-FCAB4701EA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8452454-8018-2F48-7F78-F00AFD3C2E60}"/>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81DB50E7-2C1D-D6A6-125A-91DD525B4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FB83A0-B1D8-37FA-4EAF-3148CE84D198}"/>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686729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869B6-D732-3584-FCFF-30707BE749A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877BB80-A103-31F7-EB9D-D11062FCEE9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30AD75-2C71-86F0-DF86-554342A01E08}"/>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9619B5CB-3D4D-0D24-D062-60231566D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D5ED9-F3A7-5C0B-3C50-4BADD99774D4}"/>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1107592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BDEDF-48D0-A181-AAAE-3D19CB3E6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FE3FAAD-CE1D-440C-38CA-4BA58988EF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EFA94FC-599C-76A9-0CB5-66C781D1DCA1}"/>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9806A4ED-D040-6245-6753-21FC10E80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6CD066-AB0F-A737-245B-8271144CEED9}"/>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357965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CE900-60D8-8568-334B-A562A9EED4C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AF99215-574F-94F8-E46B-2C2B41A6232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A6C2E1A-5532-855A-E6FC-7BF5164D45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DF1D094-725A-16BB-DA24-37E4F79F1218}"/>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6" name="Footer Placeholder 5">
            <a:extLst>
              <a:ext uri="{FF2B5EF4-FFF2-40B4-BE49-F238E27FC236}">
                <a16:creationId xmlns:a16="http://schemas.microsoft.com/office/drawing/2014/main" id="{7FC30CFF-81F8-A92B-C75C-2128B7E0B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DAB65E-7316-ADC3-9639-86947D13FF5A}"/>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519357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1166-3090-55CC-27E5-5150EF6B82F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BC0E717-38C2-E81F-5EC0-87FBE17C2A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F72D5B3-C368-5E93-16CE-DB2665C1D6E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37981F-866F-3027-DC74-D7B3F1084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EBBAC82-72B6-A266-5BF1-4F70E15E26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D916990-88C8-3E94-3D1B-AF0A82530A37}"/>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8" name="Footer Placeholder 7">
            <a:extLst>
              <a:ext uri="{FF2B5EF4-FFF2-40B4-BE49-F238E27FC236}">
                <a16:creationId xmlns:a16="http://schemas.microsoft.com/office/drawing/2014/main" id="{1FFCC680-6F0D-4254-CC09-6600E4A108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4EFDB2-DB28-0E84-3878-CD4DD4F1B6B9}"/>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4092896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69A6-F71B-B1B4-AB19-4056CF8F5ED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7C2A013-587D-ABCC-0C81-1B3D2C87A3EB}"/>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4" name="Footer Placeholder 3">
            <a:extLst>
              <a:ext uri="{FF2B5EF4-FFF2-40B4-BE49-F238E27FC236}">
                <a16:creationId xmlns:a16="http://schemas.microsoft.com/office/drawing/2014/main" id="{70F897CC-29B5-DB77-857E-DB5190CF44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CC7F37-3334-8C65-C253-590DD5F0748A}"/>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215110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BF6D84-457F-42CC-DE6F-292587C23D80}"/>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3" name="Footer Placeholder 2">
            <a:extLst>
              <a:ext uri="{FF2B5EF4-FFF2-40B4-BE49-F238E27FC236}">
                <a16:creationId xmlns:a16="http://schemas.microsoft.com/office/drawing/2014/main" id="{E7120EB2-3ACF-5A61-8AC2-4D7D3A8A92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F7A0CB-B35B-DD40-B2D0-2133579B59F3}"/>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3531644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D970A-C82F-F7AF-E319-EA21274E9D0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5A655AC-24A6-20EB-64D3-DCFC12DB7D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AD1FEB7-0CC9-E89F-99DA-5742736A27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827087-C051-2371-437B-3569C11CAC23}"/>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6" name="Footer Placeholder 5">
            <a:extLst>
              <a:ext uri="{FF2B5EF4-FFF2-40B4-BE49-F238E27FC236}">
                <a16:creationId xmlns:a16="http://schemas.microsoft.com/office/drawing/2014/main" id="{37799C01-5A6E-7DAE-263D-B1FFFBD2F2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83515-05DA-6903-728C-B841E7B828F2}"/>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2336951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0DD1-9BA4-896F-8F64-2634097859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0B90E03-8300-A0B6-F2D8-490399B3A3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5606E1-154B-AD06-55E0-322D8E687C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2CFCFA8-6601-4A95-B179-E280758C763D}"/>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6" name="Footer Placeholder 5">
            <a:extLst>
              <a:ext uri="{FF2B5EF4-FFF2-40B4-BE49-F238E27FC236}">
                <a16:creationId xmlns:a16="http://schemas.microsoft.com/office/drawing/2014/main" id="{2EE84A6F-1EBF-7E44-4855-98C945A9D4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951902-3A04-A597-1372-7249ECC242EB}"/>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2943688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A0A52-AD4E-BAD3-1C26-F7DD342F03D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29CEF19-1095-B177-F54E-AD496FCECC1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B98AD8-A011-1BB8-231C-37F167BC817D}"/>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82AB558D-ECB4-5DB1-09D4-45E307C69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C41F-FD62-9436-475C-46C6368903F7}"/>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3769650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B9C04A-57BD-DC7E-08A4-1D56B00C0E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8AE6321-35D7-2BCD-1943-D2C45680B8D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52DE49-D349-CA73-AFDE-647775A94917}"/>
              </a:ext>
            </a:extLst>
          </p:cNvPr>
          <p:cNvSpPr>
            <a:spLocks noGrp="1"/>
          </p:cNvSpPr>
          <p:nvPr>
            <p:ph type="dt" sz="half" idx="10"/>
          </p:nvPr>
        </p:nvSpPr>
        <p:spPr/>
        <p:txBody>
          <a:body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17846308-C1D2-6E9C-351A-1B2C77C6D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ACF22-65C2-437A-BBB8-E870ED2A808C}"/>
              </a:ext>
            </a:extLst>
          </p:cNvPr>
          <p:cNvSpPr>
            <a:spLocks noGrp="1"/>
          </p:cNvSpPr>
          <p:nvPr>
            <p:ph type="sldNum" sz="quarter" idx="12"/>
          </p:nvPr>
        </p:nvSpPr>
        <p:spPr/>
        <p:txBody>
          <a:bodyPr/>
          <a:lstStyle/>
          <a:p>
            <a:fld id="{3CBE9D9C-2B0B-554C-A318-875919A9F99C}" type="slidenum">
              <a:rPr lang="en-US" smtClean="0"/>
              <a:t>‹#›</a:t>
            </a:fld>
            <a:endParaRPr lang="en-US"/>
          </a:p>
        </p:txBody>
      </p:sp>
    </p:spTree>
    <p:extLst>
      <p:ext uri="{BB962C8B-B14F-4D97-AF65-F5344CB8AC3E}">
        <p14:creationId xmlns:p14="http://schemas.microsoft.com/office/powerpoint/2010/main" val="91809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D94946-EB76-1D96-7497-FB0D017771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25AC31F-E6EE-69E4-607D-75E170A386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EDFC16-340C-3A9D-2EB5-00A8AFAE11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15B3F7-C000-024C-A0AB-B5B513CAF9A5}" type="datetimeFigureOut">
              <a:rPr lang="en-US" smtClean="0"/>
              <a:t>6/5/25</a:t>
            </a:fld>
            <a:endParaRPr lang="en-US"/>
          </a:p>
        </p:txBody>
      </p:sp>
      <p:sp>
        <p:nvSpPr>
          <p:cNvPr id="5" name="Footer Placeholder 4">
            <a:extLst>
              <a:ext uri="{FF2B5EF4-FFF2-40B4-BE49-F238E27FC236}">
                <a16:creationId xmlns:a16="http://schemas.microsoft.com/office/drawing/2014/main" id="{9FCEF1FE-32AD-840A-9DC3-B1C605BFD9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36A108-A1CD-0932-02D4-9AC9ECAEAB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BE9D9C-2B0B-554C-A318-875919A9F99C}" type="slidenum">
              <a:rPr lang="en-US" smtClean="0"/>
              <a:t>‹#›</a:t>
            </a:fld>
            <a:endParaRPr lang="en-US"/>
          </a:p>
        </p:txBody>
      </p:sp>
    </p:spTree>
    <p:extLst>
      <p:ext uri="{BB962C8B-B14F-4D97-AF65-F5344CB8AC3E}">
        <p14:creationId xmlns:p14="http://schemas.microsoft.com/office/powerpoint/2010/main" val="301016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B91020-224D-15B1-8351-48E832CFF2F7}"/>
              </a:ext>
            </a:extLst>
          </p:cNvPr>
          <p:cNvSpPr>
            <a:spLocks noGrp="1"/>
          </p:cNvSpPr>
          <p:nvPr>
            <p:ph type="ctrTitle"/>
          </p:nvPr>
        </p:nvSpPr>
        <p:spPr>
          <a:xfrm>
            <a:off x="1329766" y="1146412"/>
            <a:ext cx="9014348" cy="2402006"/>
          </a:xfrm>
        </p:spPr>
        <p:txBody>
          <a:bodyPr anchor="b">
            <a:normAutofit/>
          </a:bodyPr>
          <a:lstStyle/>
          <a:p>
            <a:pPr algn="l"/>
            <a:r>
              <a:rPr lang="en-US" sz="4800" dirty="0"/>
              <a:t>Analysis of Air Quality Data</a:t>
            </a: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FC594A4-26EE-5901-AB7F-62A5DEDE43E7}"/>
              </a:ext>
            </a:extLst>
          </p:cNvPr>
          <p:cNvSpPr>
            <a:spLocks noGrp="1"/>
          </p:cNvSpPr>
          <p:nvPr>
            <p:ph type="subTitle" idx="1"/>
          </p:nvPr>
        </p:nvSpPr>
        <p:spPr>
          <a:xfrm>
            <a:off x="1329765" y="4892722"/>
            <a:ext cx="6387155" cy="1078173"/>
          </a:xfrm>
        </p:spPr>
        <p:txBody>
          <a:bodyPr anchor="ctr">
            <a:normAutofit/>
          </a:bodyPr>
          <a:lstStyle/>
          <a:p>
            <a:pPr algn="l"/>
            <a:r>
              <a:rPr lang="en-US" dirty="0">
                <a:solidFill>
                  <a:srgbClr val="FFFFFF"/>
                </a:solidFill>
              </a:rPr>
              <a:t>Tom Rowan – ST20285213</a:t>
            </a:r>
          </a:p>
          <a:p>
            <a:pPr algn="l"/>
            <a:r>
              <a:rPr lang="en-US" dirty="0">
                <a:solidFill>
                  <a:srgbClr val="FFFFFF"/>
                </a:solidFill>
              </a:rPr>
              <a:t>DAT5003 – S2_24  PRES1</a:t>
            </a:r>
          </a:p>
        </p:txBody>
      </p:sp>
    </p:spTree>
    <p:extLst>
      <p:ext uri="{BB962C8B-B14F-4D97-AF65-F5344CB8AC3E}">
        <p14:creationId xmlns:p14="http://schemas.microsoft.com/office/powerpoint/2010/main" val="4225451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B4D790-AA1B-CC2D-889E-03673B9DFDD5}"/>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8B70CF-F081-E97C-4231-B154A26C2AD1}"/>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Agenda</a:t>
            </a:r>
          </a:p>
        </p:txBody>
      </p:sp>
      <p:graphicFrame>
        <p:nvGraphicFramePr>
          <p:cNvPr id="18" name="Content Placeholder 2">
            <a:extLst>
              <a:ext uri="{FF2B5EF4-FFF2-40B4-BE49-F238E27FC236}">
                <a16:creationId xmlns:a16="http://schemas.microsoft.com/office/drawing/2014/main" id="{D3AC7650-C677-23AC-6D41-9496A748225A}"/>
              </a:ext>
            </a:extLst>
          </p:cNvPr>
          <p:cNvGraphicFramePr>
            <a:graphicFrameLocks noGrp="1"/>
          </p:cNvGraphicFramePr>
          <p:nvPr>
            <p:ph idx="1"/>
            <p:extLst>
              <p:ext uri="{D42A27DB-BD31-4B8C-83A1-F6EECF244321}">
                <p14:modId xmlns:p14="http://schemas.microsoft.com/office/powerpoint/2010/main" val="259331724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6575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EA2D74-BF7A-7AAC-B58E-E51EAFF2D48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7E08D7-D979-B221-7370-E7C169C15724}"/>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What can we learn from this dataset?</a:t>
            </a:r>
          </a:p>
        </p:txBody>
      </p:sp>
      <p:graphicFrame>
        <p:nvGraphicFramePr>
          <p:cNvPr id="18" name="Content Placeholder 2">
            <a:extLst>
              <a:ext uri="{FF2B5EF4-FFF2-40B4-BE49-F238E27FC236}">
                <a16:creationId xmlns:a16="http://schemas.microsoft.com/office/drawing/2014/main" id="{7E75A986-198D-F1B1-CB37-E0D35F842402}"/>
              </a:ext>
            </a:extLst>
          </p:cNvPr>
          <p:cNvGraphicFramePr>
            <a:graphicFrameLocks noGrp="1"/>
          </p:cNvGraphicFramePr>
          <p:nvPr>
            <p:ph idx="1"/>
            <p:extLst>
              <p:ext uri="{D42A27DB-BD31-4B8C-83A1-F6EECF244321}">
                <p14:modId xmlns:p14="http://schemas.microsoft.com/office/powerpoint/2010/main" val="115218609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5999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DDAC4-DF26-C01F-5248-F806FCDB46C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BDA2ECF-9340-DC47-C4C7-F056BB607AA8}"/>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Potential Impacts from this Study</a:t>
            </a:r>
          </a:p>
        </p:txBody>
      </p:sp>
      <p:graphicFrame>
        <p:nvGraphicFramePr>
          <p:cNvPr id="18" name="Content Placeholder 2">
            <a:extLst>
              <a:ext uri="{FF2B5EF4-FFF2-40B4-BE49-F238E27FC236}">
                <a16:creationId xmlns:a16="http://schemas.microsoft.com/office/drawing/2014/main" id="{9B265672-2372-F961-D88B-C7734E072B94}"/>
              </a:ext>
            </a:extLst>
          </p:cNvPr>
          <p:cNvGraphicFramePr>
            <a:graphicFrameLocks noGrp="1"/>
          </p:cNvGraphicFramePr>
          <p:nvPr>
            <p:ph idx="1"/>
            <p:extLst>
              <p:ext uri="{D42A27DB-BD31-4B8C-83A1-F6EECF244321}">
                <p14:modId xmlns:p14="http://schemas.microsoft.com/office/powerpoint/2010/main" val="244489466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918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4E7838-3D22-EFBF-6AD7-603B8E0291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B7F108-2DF8-E631-1BF6-00FB60DA4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F78CC4-0533-4C88-5780-880675732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0AB0B2-E478-D59B-E669-52FE556C7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AD00B02-DDB7-7193-8212-7004057501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BE93DC6-31D8-3188-F656-6EC278552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5943F-24CF-823C-138E-3A298EB6BC8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Domain Research Resources</a:t>
            </a:r>
          </a:p>
        </p:txBody>
      </p:sp>
      <p:sp>
        <p:nvSpPr>
          <p:cNvPr id="3" name="Content Placeholder 2">
            <a:extLst>
              <a:ext uri="{FF2B5EF4-FFF2-40B4-BE49-F238E27FC236}">
                <a16:creationId xmlns:a16="http://schemas.microsoft.com/office/drawing/2014/main" id="{734ABE76-EA38-2F96-C054-F9F123085E8A}"/>
              </a:ext>
            </a:extLst>
          </p:cNvPr>
          <p:cNvSpPr>
            <a:spLocks noGrp="1"/>
          </p:cNvSpPr>
          <p:nvPr>
            <p:ph idx="1"/>
          </p:nvPr>
        </p:nvSpPr>
        <p:spPr>
          <a:xfrm>
            <a:off x="516082" y="2018094"/>
            <a:ext cx="11159835" cy="4193520"/>
          </a:xfrm>
        </p:spPr>
        <p:txBody>
          <a:bodyPr anchor="ctr">
            <a:normAutofit/>
          </a:bodyPr>
          <a:lstStyle/>
          <a:p>
            <a:pPr lvl="0"/>
            <a:r>
              <a:rPr lang="en-GB" dirty="0"/>
              <a:t>Fine GF, Cavanagh LM, </a:t>
            </a:r>
            <a:r>
              <a:rPr lang="en-GB" dirty="0" err="1"/>
              <a:t>Afonja</a:t>
            </a:r>
            <a:r>
              <a:rPr lang="en-GB" dirty="0"/>
              <a:t> A, </a:t>
            </a:r>
            <a:r>
              <a:rPr lang="en-GB" dirty="0" err="1"/>
              <a:t>Binions</a:t>
            </a:r>
            <a:r>
              <a:rPr lang="en-GB" dirty="0"/>
              <a:t> R. (2010), </a:t>
            </a:r>
            <a:r>
              <a:rPr lang="en-GB" i="1" dirty="0">
                <a:solidFill>
                  <a:srgbClr val="C00000"/>
                </a:solidFill>
              </a:rPr>
              <a:t>Metal Oxide Semi-Conductor Gas Sensors in Environmental Monitoring</a:t>
            </a:r>
            <a:r>
              <a:rPr lang="en-GB" dirty="0"/>
              <a:t>, https://</a:t>
            </a:r>
            <a:r>
              <a:rPr lang="en-GB" dirty="0" err="1"/>
              <a:t>pmc.ncbi.nlm.nih.gov</a:t>
            </a:r>
            <a:r>
              <a:rPr lang="en-GB" dirty="0"/>
              <a:t>/articles/PMC3247717/ </a:t>
            </a:r>
            <a:br>
              <a:rPr lang="en-GB" dirty="0"/>
            </a:br>
            <a:endParaRPr lang="en-GB" dirty="0"/>
          </a:p>
          <a:p>
            <a:pPr lvl="0"/>
            <a:r>
              <a:rPr lang="en-GB" dirty="0" err="1"/>
              <a:t>UKGov</a:t>
            </a:r>
            <a:r>
              <a:rPr lang="en-GB" dirty="0"/>
              <a:t> (2024) </a:t>
            </a:r>
            <a:r>
              <a:rPr lang="en-GB" i="1" dirty="0">
                <a:solidFill>
                  <a:srgbClr val="C00000"/>
                </a:solidFill>
              </a:rPr>
              <a:t>Monitoring ambient air: data analysis techniques</a:t>
            </a:r>
            <a:r>
              <a:rPr lang="en-GB" i="1" dirty="0"/>
              <a:t>.</a:t>
            </a:r>
            <a:r>
              <a:rPr lang="en-GB" dirty="0"/>
              <a:t> https://</a:t>
            </a:r>
            <a:r>
              <a:rPr lang="en-GB" dirty="0" err="1"/>
              <a:t>www.gov.uk</a:t>
            </a:r>
            <a:r>
              <a:rPr lang="en-GB" dirty="0"/>
              <a:t>/guidance/monitoring-ambient-air-data-analysis-techniques </a:t>
            </a:r>
            <a:br>
              <a:rPr lang="en-GB" dirty="0"/>
            </a:br>
            <a:endParaRPr lang="en-GB" dirty="0"/>
          </a:p>
          <a:p>
            <a:pPr lvl="0"/>
            <a:r>
              <a:rPr lang="en-GB" dirty="0" err="1"/>
              <a:t>WelshGov</a:t>
            </a:r>
            <a:r>
              <a:rPr lang="en-GB" dirty="0"/>
              <a:t> (2025) </a:t>
            </a:r>
            <a:r>
              <a:rPr lang="en-GB" i="1" dirty="0">
                <a:solidFill>
                  <a:srgbClr val="C00000"/>
                </a:solidFill>
              </a:rPr>
              <a:t>About air quality | Air quality in Wales</a:t>
            </a:r>
            <a:r>
              <a:rPr lang="en-GB" i="1" dirty="0"/>
              <a:t>.</a:t>
            </a:r>
            <a:r>
              <a:rPr lang="en-GB" dirty="0"/>
              <a:t> https://</a:t>
            </a:r>
            <a:r>
              <a:rPr lang="en-GB" dirty="0" err="1"/>
              <a:t>www.airquality.gov.wales</a:t>
            </a:r>
            <a:r>
              <a:rPr lang="en-GB" dirty="0"/>
              <a:t>/about-air-quality. </a:t>
            </a:r>
            <a:endParaRPr lang="en-US" sz="3600" dirty="0"/>
          </a:p>
        </p:txBody>
      </p:sp>
    </p:spTree>
    <p:extLst>
      <p:ext uri="{BB962C8B-B14F-4D97-AF65-F5344CB8AC3E}">
        <p14:creationId xmlns:p14="http://schemas.microsoft.com/office/powerpoint/2010/main" val="256027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9ACA88-E281-F294-A6A1-DEC783E4FC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2F919C-9DAD-D53C-16E8-D2E0A1C6D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EAE708E-21B9-5B80-1772-A6C6FD6EF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67086AA-16DD-84A5-FAC7-CDAB7E17B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A632E8-1BC3-6C92-F1BC-4051D8182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70C14E-325C-47B9-8092-C458480E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0187B1-D18C-62AE-4641-82BC45FB49D2}"/>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Preprocessing Challenges</a:t>
            </a:r>
          </a:p>
        </p:txBody>
      </p:sp>
      <p:sp>
        <p:nvSpPr>
          <p:cNvPr id="3" name="Content Placeholder 2">
            <a:extLst>
              <a:ext uri="{FF2B5EF4-FFF2-40B4-BE49-F238E27FC236}">
                <a16:creationId xmlns:a16="http://schemas.microsoft.com/office/drawing/2014/main" id="{A29139E5-74E3-020E-FDAC-E517FFAC977F}"/>
              </a:ext>
            </a:extLst>
          </p:cNvPr>
          <p:cNvSpPr>
            <a:spLocks noGrp="1"/>
          </p:cNvSpPr>
          <p:nvPr>
            <p:ph idx="1"/>
          </p:nvPr>
        </p:nvSpPr>
        <p:spPr>
          <a:xfrm>
            <a:off x="779363" y="2318197"/>
            <a:ext cx="4450467" cy="3683358"/>
          </a:xfrm>
        </p:spPr>
        <p:txBody>
          <a:bodyPr anchor="ctr">
            <a:normAutofit/>
          </a:bodyPr>
          <a:lstStyle/>
          <a:p>
            <a:r>
              <a:rPr lang="en-US" sz="3200" dirty="0"/>
              <a:t>Missing values</a:t>
            </a:r>
          </a:p>
          <a:p>
            <a:r>
              <a:rPr lang="en-US" sz="3200" dirty="0"/>
              <a:t>Dropped NMHC(GT) from study</a:t>
            </a:r>
          </a:p>
          <a:p>
            <a:r>
              <a:rPr lang="en-US" sz="3200" dirty="0"/>
              <a:t>Filled in by Imputation from surrounding values (K Nearest </a:t>
            </a:r>
            <a:r>
              <a:rPr lang="en-US" sz="3200" dirty="0" err="1"/>
              <a:t>Neighbour</a:t>
            </a:r>
            <a:r>
              <a:rPr lang="en-US" sz="3200" dirty="0"/>
              <a:t>)</a:t>
            </a:r>
          </a:p>
        </p:txBody>
      </p:sp>
      <p:graphicFrame>
        <p:nvGraphicFramePr>
          <p:cNvPr id="9" name="Table 8">
            <a:extLst>
              <a:ext uri="{FF2B5EF4-FFF2-40B4-BE49-F238E27FC236}">
                <a16:creationId xmlns:a16="http://schemas.microsoft.com/office/drawing/2014/main" id="{720F723E-62D4-F3A5-3A61-DA752DE66B1E}"/>
              </a:ext>
            </a:extLst>
          </p:cNvPr>
          <p:cNvGraphicFramePr>
            <a:graphicFrameLocks noGrp="1"/>
          </p:cNvGraphicFramePr>
          <p:nvPr>
            <p:extLst>
              <p:ext uri="{D42A27DB-BD31-4B8C-83A1-F6EECF244321}">
                <p14:modId xmlns:p14="http://schemas.microsoft.com/office/powerpoint/2010/main" val="3869600008"/>
              </p:ext>
            </p:extLst>
          </p:nvPr>
        </p:nvGraphicFramePr>
        <p:xfrm>
          <a:off x="5995686" y="2120256"/>
          <a:ext cx="5416951" cy="4079240"/>
        </p:xfrm>
        <a:graphic>
          <a:graphicData uri="http://schemas.openxmlformats.org/drawingml/2006/table">
            <a:tbl>
              <a:tblPr firstRow="1" bandRow="1">
                <a:tableStyleId>{5C22544A-7EE6-4342-B048-85BDC9FD1C3A}</a:tableStyleId>
              </a:tblPr>
              <a:tblGrid>
                <a:gridCol w="2686456">
                  <a:extLst>
                    <a:ext uri="{9D8B030D-6E8A-4147-A177-3AD203B41FA5}">
                      <a16:colId xmlns:a16="http://schemas.microsoft.com/office/drawing/2014/main" val="3487042163"/>
                    </a:ext>
                  </a:extLst>
                </a:gridCol>
                <a:gridCol w="1781184">
                  <a:extLst>
                    <a:ext uri="{9D8B030D-6E8A-4147-A177-3AD203B41FA5}">
                      <a16:colId xmlns:a16="http://schemas.microsoft.com/office/drawing/2014/main" val="1124094236"/>
                    </a:ext>
                  </a:extLst>
                </a:gridCol>
                <a:gridCol w="949311">
                  <a:extLst>
                    <a:ext uri="{9D8B030D-6E8A-4147-A177-3AD203B41FA5}">
                      <a16:colId xmlns:a16="http://schemas.microsoft.com/office/drawing/2014/main" val="2393723295"/>
                    </a:ext>
                  </a:extLst>
                </a:gridCol>
              </a:tblGrid>
              <a:tr h="370840">
                <a:tc>
                  <a:txBody>
                    <a:bodyPr/>
                    <a:lstStyle/>
                    <a:p>
                      <a:r>
                        <a:rPr lang="en-US" dirty="0"/>
                        <a:t>Feature</a:t>
                      </a:r>
                    </a:p>
                  </a:txBody>
                  <a:tcPr>
                    <a:solidFill>
                      <a:srgbClr val="0C3A51"/>
                    </a:solidFill>
                  </a:tcPr>
                </a:tc>
                <a:tc>
                  <a:txBody>
                    <a:bodyPr/>
                    <a:lstStyle/>
                    <a:p>
                      <a:pPr algn="ctr"/>
                      <a:r>
                        <a:rPr lang="en-US" dirty="0"/>
                        <a:t>Values Missing</a:t>
                      </a:r>
                    </a:p>
                  </a:txBody>
                  <a:tcPr>
                    <a:solidFill>
                      <a:srgbClr val="0C3A51"/>
                    </a:solidFill>
                  </a:tcPr>
                </a:tc>
                <a:tc>
                  <a:txBody>
                    <a:bodyPr/>
                    <a:lstStyle/>
                    <a:p>
                      <a:pPr algn="ctr"/>
                      <a:r>
                        <a:rPr lang="en-US" dirty="0"/>
                        <a:t>%</a:t>
                      </a:r>
                    </a:p>
                  </a:txBody>
                  <a:tcPr>
                    <a:solidFill>
                      <a:srgbClr val="0C3A51"/>
                    </a:solidFill>
                  </a:tcPr>
                </a:tc>
                <a:extLst>
                  <a:ext uri="{0D108BD9-81ED-4DB2-BD59-A6C34878D82A}">
                    <a16:rowId xmlns:a16="http://schemas.microsoft.com/office/drawing/2014/main" val="3783059127"/>
                  </a:ext>
                </a:extLst>
              </a:tr>
              <a:tr h="370840">
                <a:tc>
                  <a:txBody>
                    <a:bodyPr/>
                    <a:lstStyle/>
                    <a:p>
                      <a:r>
                        <a:rPr lang="en-GB" b="0" i="0" dirty="0">
                          <a:solidFill>
                            <a:srgbClr val="000000"/>
                          </a:solidFill>
                          <a:effectLst/>
                          <a:latin typeface="Menlo" panose="020B0609030804020204" pitchFamily="49" charset="0"/>
                        </a:rPr>
                        <a:t>CO(GT)</a:t>
                      </a:r>
                      <a:endParaRPr lang="en-US" dirty="0"/>
                    </a:p>
                  </a:txBody>
                  <a:tcPr/>
                </a:tc>
                <a:tc>
                  <a:txBody>
                    <a:bodyPr/>
                    <a:lstStyle/>
                    <a:p>
                      <a:pPr algn="ctr"/>
                      <a:r>
                        <a:rPr lang="en-US" dirty="0"/>
                        <a:t>1683</a:t>
                      </a:r>
                    </a:p>
                  </a:txBody>
                  <a:tcPr/>
                </a:tc>
                <a:tc>
                  <a:txBody>
                    <a:bodyPr/>
                    <a:lstStyle/>
                    <a:p>
                      <a:pPr algn="ctr"/>
                      <a:r>
                        <a:rPr lang="en-US" dirty="0"/>
                        <a:t>18.0%</a:t>
                      </a:r>
                    </a:p>
                  </a:txBody>
                  <a:tcPr/>
                </a:tc>
                <a:extLst>
                  <a:ext uri="{0D108BD9-81ED-4DB2-BD59-A6C34878D82A}">
                    <a16:rowId xmlns:a16="http://schemas.microsoft.com/office/drawing/2014/main" val="1316174652"/>
                  </a:ext>
                </a:extLst>
              </a:tr>
              <a:tr h="370840">
                <a:tc>
                  <a:txBody>
                    <a:bodyPr/>
                    <a:lstStyle/>
                    <a:p>
                      <a:r>
                        <a:rPr lang="en-GB" b="0" i="0" dirty="0">
                          <a:solidFill>
                            <a:srgbClr val="000000"/>
                          </a:solidFill>
                          <a:effectLst/>
                          <a:latin typeface="Menlo" panose="020B0609030804020204" pitchFamily="49" charset="0"/>
                        </a:rPr>
                        <a:t>C6H6(GT) </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247964408"/>
                  </a:ext>
                </a:extLst>
              </a:tr>
              <a:tr h="370840">
                <a:tc>
                  <a:txBody>
                    <a:bodyPr/>
                    <a:lstStyle/>
                    <a:p>
                      <a:r>
                        <a:rPr lang="en-GB" b="0" i="0" dirty="0">
                          <a:solidFill>
                            <a:srgbClr val="C00000"/>
                          </a:solidFill>
                          <a:effectLst/>
                          <a:latin typeface="Menlo" panose="020B0609030804020204" pitchFamily="49" charset="0"/>
                        </a:rPr>
                        <a:t>NMHC(GT) </a:t>
                      </a:r>
                      <a:endParaRPr lang="en-US" dirty="0">
                        <a:solidFill>
                          <a:srgbClr val="C00000"/>
                        </a:solidFill>
                      </a:endParaRPr>
                    </a:p>
                  </a:txBody>
                  <a:tcPr/>
                </a:tc>
                <a:tc>
                  <a:txBody>
                    <a:bodyPr/>
                    <a:lstStyle/>
                    <a:p>
                      <a:pPr algn="ctr"/>
                      <a:r>
                        <a:rPr lang="en-US" dirty="0">
                          <a:solidFill>
                            <a:srgbClr val="C00000"/>
                          </a:solidFill>
                        </a:rPr>
                        <a:t>8443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90.2%</a:t>
                      </a:r>
                    </a:p>
                  </a:txBody>
                  <a:tcPr/>
                </a:tc>
                <a:extLst>
                  <a:ext uri="{0D108BD9-81ED-4DB2-BD59-A6C34878D82A}">
                    <a16:rowId xmlns:a16="http://schemas.microsoft.com/office/drawing/2014/main" val="1986312757"/>
                  </a:ext>
                </a:extLst>
              </a:tr>
              <a:tr h="370840">
                <a:tc>
                  <a:txBody>
                    <a:bodyPr/>
                    <a:lstStyle/>
                    <a:p>
                      <a:r>
                        <a:rPr lang="en-GB" b="0" i="0" dirty="0">
                          <a:solidFill>
                            <a:srgbClr val="000000"/>
                          </a:solidFill>
                          <a:effectLst/>
                          <a:latin typeface="Menlo" panose="020B0609030804020204" pitchFamily="49" charset="0"/>
                        </a:rPr>
                        <a:t>NO2(GT) </a:t>
                      </a:r>
                      <a:endParaRPr lang="en-US" dirty="0"/>
                    </a:p>
                  </a:txBody>
                  <a:tcPr/>
                </a:tc>
                <a:tc>
                  <a:txBody>
                    <a:bodyPr/>
                    <a:lstStyle/>
                    <a:p>
                      <a:pPr algn="ctr"/>
                      <a:r>
                        <a:rPr lang="en-US" dirty="0"/>
                        <a:t>1642</a:t>
                      </a:r>
                    </a:p>
                  </a:txBody>
                  <a:tcPr/>
                </a:tc>
                <a:tc>
                  <a:txBody>
                    <a:bodyPr/>
                    <a:lstStyle/>
                    <a:p>
                      <a:pPr algn="ctr"/>
                      <a:r>
                        <a:rPr lang="en-US" dirty="0"/>
                        <a:t>17.5%</a:t>
                      </a:r>
                    </a:p>
                  </a:txBody>
                  <a:tcPr/>
                </a:tc>
                <a:extLst>
                  <a:ext uri="{0D108BD9-81ED-4DB2-BD59-A6C34878D82A}">
                    <a16:rowId xmlns:a16="http://schemas.microsoft.com/office/drawing/2014/main" val="343534547"/>
                  </a:ext>
                </a:extLst>
              </a:tr>
              <a:tr h="370840">
                <a:tc>
                  <a:txBody>
                    <a:bodyPr/>
                    <a:lstStyle/>
                    <a:p>
                      <a:r>
                        <a:rPr lang="en-GB" b="0" i="0" dirty="0">
                          <a:solidFill>
                            <a:srgbClr val="000000"/>
                          </a:solidFill>
                          <a:effectLst/>
                          <a:latin typeface="Menlo" panose="020B0609030804020204" pitchFamily="49" charset="0"/>
                        </a:rPr>
                        <a:t>NOx(GT) </a:t>
                      </a:r>
                      <a:endParaRPr lang="en-US" dirty="0"/>
                    </a:p>
                  </a:txBody>
                  <a:tcPr/>
                </a:tc>
                <a:tc>
                  <a:txBody>
                    <a:bodyPr/>
                    <a:lstStyle/>
                    <a:p>
                      <a:pPr algn="ctr"/>
                      <a:r>
                        <a:rPr lang="en-US" dirty="0"/>
                        <a:t>1639</a:t>
                      </a:r>
                    </a:p>
                  </a:txBody>
                  <a:tcPr/>
                </a:tc>
                <a:tc>
                  <a:txBody>
                    <a:bodyPr/>
                    <a:lstStyle/>
                    <a:p>
                      <a:pPr algn="ctr"/>
                      <a:r>
                        <a:rPr lang="en-US" dirty="0"/>
                        <a:t>17.5%</a:t>
                      </a:r>
                    </a:p>
                  </a:txBody>
                  <a:tcPr/>
                </a:tc>
                <a:extLst>
                  <a:ext uri="{0D108BD9-81ED-4DB2-BD59-A6C34878D82A}">
                    <a16:rowId xmlns:a16="http://schemas.microsoft.com/office/drawing/2014/main" val="1737697724"/>
                  </a:ext>
                </a:extLst>
              </a:tr>
              <a:tr h="370840">
                <a:tc>
                  <a:txBody>
                    <a:bodyPr/>
                    <a:lstStyle/>
                    <a:p>
                      <a:r>
                        <a:rPr lang="en-GB" b="0" i="0" dirty="0">
                          <a:solidFill>
                            <a:srgbClr val="000000"/>
                          </a:solidFill>
                          <a:effectLst/>
                          <a:latin typeface="Menlo" panose="020B0609030804020204" pitchFamily="49" charset="0"/>
                        </a:rPr>
                        <a:t>PT08.S1(CO) </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722773309"/>
                  </a:ext>
                </a:extLst>
              </a:tr>
              <a:tr h="370840">
                <a:tc>
                  <a:txBody>
                    <a:bodyPr/>
                    <a:lstStyle/>
                    <a:p>
                      <a:r>
                        <a:rPr lang="en-GB" b="0" i="0" dirty="0">
                          <a:solidFill>
                            <a:srgbClr val="000000"/>
                          </a:solidFill>
                          <a:effectLst/>
                          <a:latin typeface="Menlo" panose="020B0609030804020204" pitchFamily="49" charset="0"/>
                        </a:rPr>
                        <a:t>PT08.S2(NMHC)</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198344031"/>
                  </a:ext>
                </a:extLst>
              </a:tr>
              <a:tr h="370840">
                <a:tc>
                  <a:txBody>
                    <a:bodyPr/>
                    <a:lstStyle/>
                    <a:p>
                      <a:r>
                        <a:rPr lang="en-GB" b="0" i="0" dirty="0">
                          <a:solidFill>
                            <a:srgbClr val="000000"/>
                          </a:solidFill>
                          <a:effectLst/>
                          <a:latin typeface="Menlo" panose="020B0609030804020204" pitchFamily="49" charset="0"/>
                        </a:rPr>
                        <a:t>PT08.S3(NOx) </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1171823516"/>
                  </a:ext>
                </a:extLst>
              </a:tr>
              <a:tr h="370840">
                <a:tc>
                  <a:txBody>
                    <a:bodyPr/>
                    <a:lstStyle/>
                    <a:p>
                      <a:r>
                        <a:rPr lang="en-GB" b="0" i="0" dirty="0">
                          <a:solidFill>
                            <a:srgbClr val="000000"/>
                          </a:solidFill>
                          <a:effectLst/>
                          <a:latin typeface="Menlo" panose="020B0609030804020204" pitchFamily="49" charset="0"/>
                        </a:rPr>
                        <a:t>PT08.S4(NO2)</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2508954130"/>
                  </a:ext>
                </a:extLst>
              </a:tr>
              <a:tr h="370840">
                <a:tc>
                  <a:txBody>
                    <a:bodyPr/>
                    <a:lstStyle/>
                    <a:p>
                      <a:r>
                        <a:rPr lang="en-GB" b="0" i="0" dirty="0">
                          <a:solidFill>
                            <a:srgbClr val="000000"/>
                          </a:solidFill>
                          <a:effectLst/>
                          <a:latin typeface="Menlo" panose="020B0609030804020204" pitchFamily="49" charset="0"/>
                        </a:rPr>
                        <a:t>PT08.S5(O3)</a:t>
                      </a:r>
                      <a:endParaRPr lang="en-US" dirty="0"/>
                    </a:p>
                  </a:txBody>
                  <a:tcPr/>
                </a:tc>
                <a:tc>
                  <a:txBody>
                    <a:bodyPr/>
                    <a:lstStyle/>
                    <a:p>
                      <a:pPr algn="ctr"/>
                      <a:r>
                        <a:rPr lang="en-US" dirty="0"/>
                        <a:t>366</a:t>
                      </a:r>
                    </a:p>
                  </a:txBody>
                  <a:tcPr/>
                </a:tc>
                <a:tc>
                  <a:txBody>
                    <a:bodyPr/>
                    <a:lstStyle/>
                    <a:p>
                      <a:pPr algn="ctr"/>
                      <a:r>
                        <a:rPr lang="en-US" dirty="0"/>
                        <a:t>3.9%</a:t>
                      </a:r>
                    </a:p>
                  </a:txBody>
                  <a:tcPr/>
                </a:tc>
                <a:extLst>
                  <a:ext uri="{0D108BD9-81ED-4DB2-BD59-A6C34878D82A}">
                    <a16:rowId xmlns:a16="http://schemas.microsoft.com/office/drawing/2014/main" val="477147823"/>
                  </a:ext>
                </a:extLst>
              </a:tr>
            </a:tbl>
          </a:graphicData>
        </a:graphic>
      </p:graphicFrame>
    </p:spTree>
    <p:extLst>
      <p:ext uri="{BB962C8B-B14F-4D97-AF65-F5344CB8AC3E}">
        <p14:creationId xmlns:p14="http://schemas.microsoft.com/office/powerpoint/2010/main" val="3821812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9C23EB-08F1-F177-2165-E4E6E52BC42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45C697-55C8-0247-B363-7BA461DBD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B73ECF-696E-1BE5-32B9-379E9ACDE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348B0C-A1D0-6E47-6C19-7991A45EE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4DA2DE-175B-72F4-2885-3565F1E8AB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FE9FA6D-CCC7-23AB-F595-89849200E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6BB18-6848-D7C5-0355-32C4C777484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Preprocessing Challenges</a:t>
            </a:r>
          </a:p>
        </p:txBody>
      </p:sp>
      <p:sp>
        <p:nvSpPr>
          <p:cNvPr id="3" name="Content Placeholder 2">
            <a:extLst>
              <a:ext uri="{FF2B5EF4-FFF2-40B4-BE49-F238E27FC236}">
                <a16:creationId xmlns:a16="http://schemas.microsoft.com/office/drawing/2014/main" id="{48D0494B-782D-2BFA-D674-511E547AA7DE}"/>
              </a:ext>
            </a:extLst>
          </p:cNvPr>
          <p:cNvSpPr>
            <a:spLocks noGrp="1"/>
          </p:cNvSpPr>
          <p:nvPr>
            <p:ph idx="1"/>
          </p:nvPr>
        </p:nvSpPr>
        <p:spPr>
          <a:xfrm>
            <a:off x="6095998" y="1891970"/>
            <a:ext cx="5571601" cy="4443516"/>
          </a:xfrm>
        </p:spPr>
        <p:txBody>
          <a:bodyPr anchor="ctr">
            <a:normAutofit/>
          </a:bodyPr>
          <a:lstStyle/>
          <a:p>
            <a:r>
              <a:rPr lang="en-US" sz="3600" dirty="0"/>
              <a:t>Pollutants correlate positively</a:t>
            </a:r>
          </a:p>
          <a:p>
            <a:r>
              <a:rPr lang="en-US" sz="3600" dirty="0"/>
              <a:t>Except one!</a:t>
            </a:r>
          </a:p>
          <a:p>
            <a:r>
              <a:rPr lang="en-US" sz="3600" dirty="0"/>
              <a:t>Dropped PT08.S3(NOx) from further study</a:t>
            </a:r>
          </a:p>
        </p:txBody>
      </p:sp>
      <p:pic>
        <p:nvPicPr>
          <p:cNvPr id="5" name="Picture 4" descr="A chart of different colors&#10;&#10;AI-generated content may be incorrect.">
            <a:extLst>
              <a:ext uri="{FF2B5EF4-FFF2-40B4-BE49-F238E27FC236}">
                <a16:creationId xmlns:a16="http://schemas.microsoft.com/office/drawing/2014/main" id="{B80F0318-39FD-079B-C367-36C0E016383D}"/>
              </a:ext>
            </a:extLst>
          </p:cNvPr>
          <p:cNvPicPr>
            <a:picLocks noChangeAspect="1"/>
          </p:cNvPicPr>
          <p:nvPr/>
        </p:nvPicPr>
        <p:blipFill>
          <a:blip r:embed="rId3"/>
          <a:stretch>
            <a:fillRect/>
          </a:stretch>
        </p:blipFill>
        <p:spPr>
          <a:xfrm>
            <a:off x="459350" y="1891378"/>
            <a:ext cx="4635473" cy="4672676"/>
          </a:xfrm>
          <a:prstGeom prst="rect">
            <a:avLst/>
          </a:prstGeom>
        </p:spPr>
      </p:pic>
    </p:spTree>
    <p:extLst>
      <p:ext uri="{BB962C8B-B14F-4D97-AF65-F5344CB8AC3E}">
        <p14:creationId xmlns:p14="http://schemas.microsoft.com/office/powerpoint/2010/main" val="180717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95CB48-A521-3D19-8035-3EA8BAE7C9E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8D60B9-4B4D-399E-3125-72A13E4D7C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427DE7-6297-C13A-2020-9C2CC48B5D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28AE4A-6DDD-D199-E44D-06490808F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01883ED-6A6B-6505-A512-395A562BC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ACE2465-C8E4-2EBB-0BAE-7F05D9693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819783-3086-B846-EDD7-FCFA8EA97CF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Analysis: Within Safe Levels?</a:t>
            </a:r>
          </a:p>
        </p:txBody>
      </p:sp>
      <p:sp>
        <p:nvSpPr>
          <p:cNvPr id="3" name="Content Placeholder 2">
            <a:extLst>
              <a:ext uri="{FF2B5EF4-FFF2-40B4-BE49-F238E27FC236}">
                <a16:creationId xmlns:a16="http://schemas.microsoft.com/office/drawing/2014/main" id="{382A9699-96CE-A1AD-5541-6E1C7E043DCB}"/>
              </a:ext>
            </a:extLst>
          </p:cNvPr>
          <p:cNvSpPr>
            <a:spLocks noGrp="1"/>
          </p:cNvSpPr>
          <p:nvPr>
            <p:ph idx="1"/>
          </p:nvPr>
        </p:nvSpPr>
        <p:spPr>
          <a:xfrm>
            <a:off x="1371599" y="2318197"/>
            <a:ext cx="9724031" cy="3683358"/>
          </a:xfrm>
        </p:spPr>
        <p:txBody>
          <a:bodyPr anchor="ctr">
            <a:normAutofit/>
          </a:bodyPr>
          <a:lstStyle/>
          <a:p>
            <a:pPr marL="0" indent="0">
              <a:buNone/>
            </a:pPr>
            <a:r>
              <a:rPr lang="en-US" sz="3600" dirty="0"/>
              <a:t>The pollutant levels frequently breached recognized WHO safety limits:</a:t>
            </a:r>
          </a:p>
          <a:p>
            <a:endParaRPr lang="en-US" sz="3600" dirty="0"/>
          </a:p>
          <a:p>
            <a:endParaRPr lang="en-US" sz="3600" dirty="0"/>
          </a:p>
          <a:p>
            <a:endParaRPr lang="en-US" sz="3600" dirty="0"/>
          </a:p>
          <a:p>
            <a:endParaRPr lang="en-US" sz="3600" dirty="0"/>
          </a:p>
        </p:txBody>
      </p:sp>
      <p:graphicFrame>
        <p:nvGraphicFramePr>
          <p:cNvPr id="4" name="Table 3">
            <a:extLst>
              <a:ext uri="{FF2B5EF4-FFF2-40B4-BE49-F238E27FC236}">
                <a16:creationId xmlns:a16="http://schemas.microsoft.com/office/drawing/2014/main" id="{73ACF150-3F2A-15EE-140A-43DF4483BB6B}"/>
              </a:ext>
            </a:extLst>
          </p:cNvPr>
          <p:cNvGraphicFramePr>
            <a:graphicFrameLocks noGrp="1"/>
          </p:cNvGraphicFramePr>
          <p:nvPr>
            <p:extLst>
              <p:ext uri="{D42A27DB-BD31-4B8C-83A1-F6EECF244321}">
                <p14:modId xmlns:p14="http://schemas.microsoft.com/office/powerpoint/2010/main" val="41743088"/>
              </p:ext>
            </p:extLst>
          </p:nvPr>
        </p:nvGraphicFramePr>
        <p:xfrm>
          <a:off x="1096370" y="3857004"/>
          <a:ext cx="10328588" cy="1483360"/>
        </p:xfrm>
        <a:graphic>
          <a:graphicData uri="http://schemas.openxmlformats.org/drawingml/2006/table">
            <a:tbl>
              <a:tblPr firstRow="1" bandRow="1">
                <a:tableStyleId>{5C22544A-7EE6-4342-B048-85BDC9FD1C3A}</a:tableStyleId>
              </a:tblPr>
              <a:tblGrid>
                <a:gridCol w="2582147">
                  <a:extLst>
                    <a:ext uri="{9D8B030D-6E8A-4147-A177-3AD203B41FA5}">
                      <a16:colId xmlns:a16="http://schemas.microsoft.com/office/drawing/2014/main" val="4272036136"/>
                    </a:ext>
                  </a:extLst>
                </a:gridCol>
                <a:gridCol w="2582147">
                  <a:extLst>
                    <a:ext uri="{9D8B030D-6E8A-4147-A177-3AD203B41FA5}">
                      <a16:colId xmlns:a16="http://schemas.microsoft.com/office/drawing/2014/main" val="2152009139"/>
                    </a:ext>
                  </a:extLst>
                </a:gridCol>
                <a:gridCol w="2582147">
                  <a:extLst>
                    <a:ext uri="{9D8B030D-6E8A-4147-A177-3AD203B41FA5}">
                      <a16:colId xmlns:a16="http://schemas.microsoft.com/office/drawing/2014/main" val="2901180189"/>
                    </a:ext>
                  </a:extLst>
                </a:gridCol>
                <a:gridCol w="2582147">
                  <a:extLst>
                    <a:ext uri="{9D8B030D-6E8A-4147-A177-3AD203B41FA5}">
                      <a16:colId xmlns:a16="http://schemas.microsoft.com/office/drawing/2014/main" val="3093379069"/>
                    </a:ext>
                  </a:extLst>
                </a:gridCol>
              </a:tblGrid>
              <a:tr h="370840">
                <a:tc>
                  <a:txBody>
                    <a:bodyPr/>
                    <a:lstStyle/>
                    <a:p>
                      <a:r>
                        <a:rPr lang="en-US" dirty="0"/>
                        <a:t>Pollutant</a:t>
                      </a:r>
                    </a:p>
                  </a:txBody>
                  <a:tcPr>
                    <a:solidFill>
                      <a:srgbClr val="0C3A51"/>
                    </a:solidFill>
                  </a:tcPr>
                </a:tc>
                <a:tc>
                  <a:txBody>
                    <a:bodyPr/>
                    <a:lstStyle/>
                    <a:p>
                      <a:pPr algn="ctr"/>
                      <a:r>
                        <a:rPr lang="en-US" dirty="0"/>
                        <a:t>24 Hour Average</a:t>
                      </a:r>
                    </a:p>
                  </a:txBody>
                  <a:tcPr>
                    <a:solidFill>
                      <a:srgbClr val="0C3A51"/>
                    </a:solidFill>
                  </a:tcPr>
                </a:tc>
                <a:tc>
                  <a:txBody>
                    <a:bodyPr/>
                    <a:lstStyle/>
                    <a:p>
                      <a:pPr algn="ctr"/>
                      <a:r>
                        <a:rPr lang="en-US" dirty="0"/>
                        <a:t>8 Hour Average</a:t>
                      </a:r>
                    </a:p>
                  </a:txBody>
                  <a:tcPr>
                    <a:solidFill>
                      <a:srgbClr val="0C3A51"/>
                    </a:solidFill>
                  </a:tcPr>
                </a:tc>
                <a:tc>
                  <a:txBody>
                    <a:bodyPr/>
                    <a:lstStyle/>
                    <a:p>
                      <a:pPr algn="ctr"/>
                      <a:r>
                        <a:rPr lang="en-US" dirty="0"/>
                        <a:t>1 Hour Average</a:t>
                      </a:r>
                    </a:p>
                  </a:txBody>
                  <a:tcPr>
                    <a:solidFill>
                      <a:srgbClr val="0C3A51"/>
                    </a:solidFill>
                  </a:tcPr>
                </a:tc>
                <a:extLst>
                  <a:ext uri="{0D108BD9-81ED-4DB2-BD59-A6C34878D82A}">
                    <a16:rowId xmlns:a16="http://schemas.microsoft.com/office/drawing/2014/main" val="625916235"/>
                  </a:ext>
                </a:extLst>
              </a:tr>
              <a:tr h="370840">
                <a:tc>
                  <a:txBody>
                    <a:bodyPr/>
                    <a:lstStyle/>
                    <a:p>
                      <a:r>
                        <a:rPr lang="en-US" dirty="0"/>
                        <a:t>CO (Carbon Monoxide)</a:t>
                      </a:r>
                    </a:p>
                  </a:txBody>
                  <a:tcPr/>
                </a:tc>
                <a:tc>
                  <a:txBody>
                    <a:bodyPr/>
                    <a:lstStyle/>
                    <a:p>
                      <a:pPr algn="ctr"/>
                      <a:r>
                        <a:rPr lang="en-US" dirty="0"/>
                        <a:t>8 times (2%)</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845574785"/>
                  </a:ext>
                </a:extLst>
              </a:tr>
              <a:tr h="370840">
                <a:tc>
                  <a:txBody>
                    <a:bodyPr/>
                    <a:lstStyle/>
                    <a:p>
                      <a:r>
                        <a:rPr lang="en-US" dirty="0"/>
                        <a:t>C6H6 (Benzene)</a:t>
                      </a:r>
                    </a:p>
                  </a:txBody>
                  <a:tcPr/>
                </a:tc>
                <a:tc>
                  <a:txBody>
                    <a:bodyPr/>
                    <a:lstStyle/>
                    <a:p>
                      <a:pPr algn="ctr"/>
                      <a:r>
                        <a:rPr lang="en-US" dirty="0">
                          <a:solidFill>
                            <a:srgbClr val="C00000"/>
                          </a:solidFill>
                        </a:rPr>
                        <a:t>381 times (98%)</a:t>
                      </a:r>
                    </a:p>
                  </a:txBody>
                  <a:tcPr/>
                </a:tc>
                <a:tc>
                  <a:txBody>
                    <a:bodyPr/>
                    <a:lstStyle/>
                    <a:p>
                      <a:pPr algn="ctr"/>
                      <a:r>
                        <a:rPr lang="en-US" dirty="0"/>
                        <a:t>(Safe level unavailable)</a:t>
                      </a:r>
                    </a:p>
                  </a:txBody>
                  <a:tcPr/>
                </a:tc>
                <a:tc>
                  <a:txBody>
                    <a:bodyPr/>
                    <a:lstStyle/>
                    <a:p>
                      <a:pPr algn="ctr"/>
                      <a:r>
                        <a:rPr lang="en-US" dirty="0"/>
                        <a:t>94 times (1%)</a:t>
                      </a:r>
                    </a:p>
                  </a:txBody>
                  <a:tcPr/>
                </a:tc>
                <a:extLst>
                  <a:ext uri="{0D108BD9-81ED-4DB2-BD59-A6C34878D82A}">
                    <a16:rowId xmlns:a16="http://schemas.microsoft.com/office/drawing/2014/main" val="3410195504"/>
                  </a:ext>
                </a:extLst>
              </a:tr>
              <a:tr h="370840">
                <a:tc>
                  <a:txBody>
                    <a:bodyPr/>
                    <a:lstStyle/>
                    <a:p>
                      <a:r>
                        <a:rPr lang="en-US" dirty="0"/>
                        <a:t>NO2 (Nitrogen Dioxide)</a:t>
                      </a:r>
                    </a:p>
                  </a:txBody>
                  <a:tcPr/>
                </a:tc>
                <a:tc>
                  <a:txBody>
                    <a:bodyPr/>
                    <a:lstStyle/>
                    <a:p>
                      <a:pPr algn="ctr"/>
                      <a:r>
                        <a:rPr lang="en-US" dirty="0">
                          <a:solidFill>
                            <a:srgbClr val="C00000"/>
                          </a:solidFill>
                        </a:rPr>
                        <a:t>391 times (100%)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(Safe level unavailable)</a:t>
                      </a:r>
                    </a:p>
                  </a:txBody>
                  <a:tcPr/>
                </a:tc>
                <a:tc>
                  <a:txBody>
                    <a:bodyPr/>
                    <a:lstStyle/>
                    <a:p>
                      <a:pPr algn="ctr"/>
                      <a:r>
                        <a:rPr lang="en-US" dirty="0"/>
                        <a:t>400 times (4%)</a:t>
                      </a:r>
                    </a:p>
                  </a:txBody>
                  <a:tcPr/>
                </a:tc>
                <a:extLst>
                  <a:ext uri="{0D108BD9-81ED-4DB2-BD59-A6C34878D82A}">
                    <a16:rowId xmlns:a16="http://schemas.microsoft.com/office/drawing/2014/main" val="2965441630"/>
                  </a:ext>
                </a:extLst>
              </a:tr>
            </a:tbl>
          </a:graphicData>
        </a:graphic>
      </p:graphicFrame>
    </p:spTree>
    <p:extLst>
      <p:ext uri="{BB962C8B-B14F-4D97-AF65-F5344CB8AC3E}">
        <p14:creationId xmlns:p14="http://schemas.microsoft.com/office/powerpoint/2010/main" val="3035585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91F2B4-AC6D-6B3D-4635-4A8B9C57CC2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4F3804-B3AD-A3CD-25FD-B6DA42790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656AA4C-E5B0-9C11-54E4-6F55A78EE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1EB12C-D08A-D82A-28D4-59F892C4D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BF64B5-2682-553A-D5BC-1D4CB13B7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C6D815E-7DC2-F9DB-5DE0-381CAD31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41ECD-4146-7652-9DE0-04F101433B8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Analysis: Statistical Predictions</a:t>
            </a:r>
          </a:p>
        </p:txBody>
      </p:sp>
      <p:sp>
        <p:nvSpPr>
          <p:cNvPr id="3" name="Content Placeholder 2">
            <a:extLst>
              <a:ext uri="{FF2B5EF4-FFF2-40B4-BE49-F238E27FC236}">
                <a16:creationId xmlns:a16="http://schemas.microsoft.com/office/drawing/2014/main" id="{8795D2FF-1151-640F-D64A-F3F731813DB7}"/>
              </a:ext>
            </a:extLst>
          </p:cNvPr>
          <p:cNvSpPr>
            <a:spLocks noGrp="1"/>
          </p:cNvSpPr>
          <p:nvPr>
            <p:ph idx="1"/>
          </p:nvPr>
        </p:nvSpPr>
        <p:spPr>
          <a:xfrm>
            <a:off x="459350" y="1891970"/>
            <a:ext cx="9724031" cy="1597433"/>
          </a:xfrm>
        </p:spPr>
        <p:txBody>
          <a:bodyPr anchor="ctr">
            <a:normAutofit/>
          </a:bodyPr>
          <a:lstStyle/>
          <a:p>
            <a:r>
              <a:rPr lang="en-US" sz="3600" dirty="0"/>
              <a:t>NARMAX modelling using </a:t>
            </a:r>
            <a:r>
              <a:rPr lang="en-US" sz="3600" dirty="0" err="1"/>
              <a:t>SysIdentPy</a:t>
            </a:r>
            <a:endParaRPr lang="en-US" sz="3600" dirty="0"/>
          </a:p>
          <a:p>
            <a:r>
              <a:rPr lang="en-US" sz="3600" dirty="0"/>
              <a:t>Inconclusive</a:t>
            </a:r>
          </a:p>
        </p:txBody>
      </p:sp>
      <p:pic>
        <p:nvPicPr>
          <p:cNvPr id="4" name="Picture 3">
            <a:extLst>
              <a:ext uri="{FF2B5EF4-FFF2-40B4-BE49-F238E27FC236}">
                <a16:creationId xmlns:a16="http://schemas.microsoft.com/office/drawing/2014/main" id="{77CF833E-96B1-7C68-9953-BF83A6398CDA}"/>
              </a:ext>
            </a:extLst>
          </p:cNvPr>
          <p:cNvPicPr>
            <a:picLocks noChangeAspect="1"/>
          </p:cNvPicPr>
          <p:nvPr/>
        </p:nvPicPr>
        <p:blipFill>
          <a:blip r:embed="rId3"/>
          <a:stretch>
            <a:fillRect/>
          </a:stretch>
        </p:blipFill>
        <p:spPr>
          <a:xfrm>
            <a:off x="3622431" y="2782967"/>
            <a:ext cx="7645119" cy="3791379"/>
          </a:xfrm>
          <a:prstGeom prst="rect">
            <a:avLst/>
          </a:prstGeom>
        </p:spPr>
      </p:pic>
    </p:spTree>
    <p:extLst>
      <p:ext uri="{BB962C8B-B14F-4D97-AF65-F5344CB8AC3E}">
        <p14:creationId xmlns:p14="http://schemas.microsoft.com/office/powerpoint/2010/main" val="31773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0359A2-FE98-FD1F-E7EB-1351B69E66E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B4DBF6-C34D-FB85-57E4-CC1C798CF3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8CE67A-E383-5582-B15B-740E60A26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370BC8-CF77-DF2B-6190-88C4D64CC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5C1ADD9-BCBF-58CB-5080-A4FF0EF32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5D45A15-7B60-B8E7-653F-F64B5612F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AE9CE1-5330-35FF-C74F-A36E200EDA23}"/>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Analysis: Patterns in the Data</a:t>
            </a:r>
          </a:p>
        </p:txBody>
      </p:sp>
      <p:sp>
        <p:nvSpPr>
          <p:cNvPr id="3" name="Content Placeholder 2">
            <a:extLst>
              <a:ext uri="{FF2B5EF4-FFF2-40B4-BE49-F238E27FC236}">
                <a16:creationId xmlns:a16="http://schemas.microsoft.com/office/drawing/2014/main" id="{AFB51B9D-1072-EE37-E024-C516CB3640E0}"/>
              </a:ext>
            </a:extLst>
          </p:cNvPr>
          <p:cNvSpPr>
            <a:spLocks noGrp="1"/>
          </p:cNvSpPr>
          <p:nvPr>
            <p:ph idx="1"/>
          </p:nvPr>
        </p:nvSpPr>
        <p:spPr>
          <a:xfrm>
            <a:off x="342577" y="2210764"/>
            <a:ext cx="5505773" cy="1723015"/>
          </a:xfrm>
        </p:spPr>
        <p:txBody>
          <a:bodyPr anchor="ctr">
            <a:normAutofit/>
          </a:bodyPr>
          <a:lstStyle/>
          <a:p>
            <a:pPr marL="0" indent="0">
              <a:buNone/>
            </a:pPr>
            <a:r>
              <a:rPr lang="en-US" sz="3600" dirty="0"/>
              <a:t>Heatmaps of All Pollutants</a:t>
            </a:r>
          </a:p>
          <a:p>
            <a:r>
              <a:rPr lang="en-US" sz="2400" dirty="0"/>
              <a:t>Pollution peaks in ‘rush hour’.</a:t>
            </a:r>
          </a:p>
          <a:p>
            <a:r>
              <a:rPr lang="en-US" sz="2400" dirty="0"/>
              <a:t>It takes time to disperse.</a:t>
            </a:r>
          </a:p>
          <a:p>
            <a:pPr marL="0" indent="0">
              <a:buNone/>
            </a:pPr>
            <a:endParaRPr lang="en-US" sz="3600" dirty="0"/>
          </a:p>
          <a:p>
            <a:endParaRPr lang="en-US" sz="3600" dirty="0"/>
          </a:p>
        </p:txBody>
      </p:sp>
      <p:pic>
        <p:nvPicPr>
          <p:cNvPr id="13" name="Picture 12" descr="A screenshot of a graph&#10;&#10;AI-generated content may be incorrect.">
            <a:extLst>
              <a:ext uri="{FF2B5EF4-FFF2-40B4-BE49-F238E27FC236}">
                <a16:creationId xmlns:a16="http://schemas.microsoft.com/office/drawing/2014/main" id="{A21391D5-F147-788E-90C2-4D7AC1F5D7F6}"/>
              </a:ext>
            </a:extLst>
          </p:cNvPr>
          <p:cNvPicPr>
            <a:picLocks noChangeAspect="1"/>
          </p:cNvPicPr>
          <p:nvPr/>
        </p:nvPicPr>
        <p:blipFill>
          <a:blip r:embed="rId3"/>
          <a:stretch>
            <a:fillRect/>
          </a:stretch>
        </p:blipFill>
        <p:spPr>
          <a:xfrm>
            <a:off x="2211888" y="3449876"/>
            <a:ext cx="7772400" cy="3408124"/>
          </a:xfrm>
          <a:prstGeom prst="rect">
            <a:avLst/>
          </a:prstGeom>
        </p:spPr>
      </p:pic>
      <p:sp>
        <p:nvSpPr>
          <p:cNvPr id="17" name="TextBox 16">
            <a:extLst>
              <a:ext uri="{FF2B5EF4-FFF2-40B4-BE49-F238E27FC236}">
                <a16:creationId xmlns:a16="http://schemas.microsoft.com/office/drawing/2014/main" id="{BBEEAE69-EEDD-A915-65DF-8876A0953E86}"/>
              </a:ext>
            </a:extLst>
          </p:cNvPr>
          <p:cNvSpPr txBox="1"/>
          <p:nvPr/>
        </p:nvSpPr>
        <p:spPr>
          <a:xfrm>
            <a:off x="5487444" y="2292821"/>
            <a:ext cx="4857750" cy="461665"/>
          </a:xfrm>
          <a:prstGeom prst="rect">
            <a:avLst/>
          </a:prstGeom>
          <a:noFill/>
        </p:spPr>
        <p:txBody>
          <a:bodyPr wrap="square">
            <a:spAutoFit/>
          </a:bodyPr>
          <a:lstStyle/>
          <a:p>
            <a:pPr marL="342900" indent="-342900">
              <a:buFont typeface="Arial" panose="020B0604020202020204" pitchFamily="34" charset="0"/>
              <a:buChar char="•"/>
            </a:pPr>
            <a:r>
              <a:rPr lang="en-US" sz="2400" dirty="0"/>
              <a:t>More pollution in cold months.</a:t>
            </a:r>
          </a:p>
        </p:txBody>
      </p:sp>
    </p:spTree>
    <p:extLst>
      <p:ext uri="{BB962C8B-B14F-4D97-AF65-F5344CB8AC3E}">
        <p14:creationId xmlns:p14="http://schemas.microsoft.com/office/powerpoint/2010/main" val="3580835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CA9441-8991-6A7D-A51D-48E79075CE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00183F-5F3C-C93D-0E23-0DB29E892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378321-F7E3-C423-83A3-0CAFE2159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BBC80F2-07DE-D9C0-7D4F-5C31C1519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DD9BEFB-AE03-0F6F-7484-95EEA328B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A0CE23A-7C75-7594-9E62-158070E6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CC836-AF0F-7248-C813-C69934C8D240}"/>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Limitations and Further Study</a:t>
            </a:r>
          </a:p>
        </p:txBody>
      </p:sp>
      <p:graphicFrame>
        <p:nvGraphicFramePr>
          <p:cNvPr id="6" name="Content Placeholder 2">
            <a:extLst>
              <a:ext uri="{FF2B5EF4-FFF2-40B4-BE49-F238E27FC236}">
                <a16:creationId xmlns:a16="http://schemas.microsoft.com/office/drawing/2014/main" id="{C1A830A4-7D27-1C73-8349-84F373FC6B77}"/>
              </a:ext>
            </a:extLst>
          </p:cNvPr>
          <p:cNvGraphicFramePr>
            <a:graphicFrameLocks noGrp="1"/>
          </p:cNvGraphicFramePr>
          <p:nvPr>
            <p:ph idx="1"/>
            <p:extLst>
              <p:ext uri="{D42A27DB-BD31-4B8C-83A1-F6EECF244321}">
                <p14:modId xmlns:p14="http://schemas.microsoft.com/office/powerpoint/2010/main" val="3386972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0752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77EB58-F1BE-2650-6BB4-7C84592973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648DF6-B4FB-6E33-8216-2869E305B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35042E-F9F2-5624-69F9-E640BE9C1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0A4DB0-EEFA-CB1A-977C-9303F0FB4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DB2177-1FCF-D095-EB54-F18AB9DC5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57AAD61-43AC-0985-9B8C-4D69A99B7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DA3269-CC8D-93E3-FA39-F897ECE2386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Conclusion</a:t>
            </a:r>
          </a:p>
        </p:txBody>
      </p:sp>
      <p:sp>
        <p:nvSpPr>
          <p:cNvPr id="4" name="Content Placeholder 3">
            <a:extLst>
              <a:ext uri="{FF2B5EF4-FFF2-40B4-BE49-F238E27FC236}">
                <a16:creationId xmlns:a16="http://schemas.microsoft.com/office/drawing/2014/main" id="{DA3C2324-942D-4CB9-E7A6-81824122D869}"/>
              </a:ext>
            </a:extLst>
          </p:cNvPr>
          <p:cNvSpPr>
            <a:spLocks noGrp="1"/>
          </p:cNvSpPr>
          <p:nvPr>
            <p:ph idx="1"/>
          </p:nvPr>
        </p:nvSpPr>
        <p:spPr>
          <a:xfrm>
            <a:off x="552450" y="2052047"/>
            <a:ext cx="10515600" cy="4351338"/>
          </a:xfrm>
        </p:spPr>
        <p:txBody>
          <a:bodyPr/>
          <a:lstStyle/>
          <a:p>
            <a:r>
              <a:rPr lang="en-US" dirty="0"/>
              <a:t>The Air Quality Dataset </a:t>
            </a:r>
          </a:p>
          <a:p>
            <a:pPr lvl="1"/>
            <a:r>
              <a:rPr lang="en-US" dirty="0"/>
              <a:t>posed some preprocessing challenges.</a:t>
            </a:r>
          </a:p>
          <a:p>
            <a:pPr lvl="1"/>
            <a:r>
              <a:rPr lang="en-US" dirty="0"/>
              <a:t>has limitations.</a:t>
            </a:r>
          </a:p>
          <a:p>
            <a:r>
              <a:rPr lang="en-US" dirty="0"/>
              <a:t>Answering the analytical questions:</a:t>
            </a:r>
          </a:p>
          <a:p>
            <a:pPr lvl="1"/>
            <a:r>
              <a:rPr lang="en-US" dirty="0"/>
              <a:t>Statistical NARMAX modelling was inconclusive</a:t>
            </a:r>
          </a:p>
          <a:p>
            <a:pPr lvl="1"/>
            <a:r>
              <a:rPr lang="en-US" dirty="0"/>
              <a:t>But heatmaps are effective.</a:t>
            </a:r>
          </a:p>
          <a:p>
            <a:r>
              <a:rPr lang="en-US" dirty="0"/>
              <a:t>Further study </a:t>
            </a:r>
          </a:p>
          <a:p>
            <a:pPr lvl="1"/>
            <a:r>
              <a:rPr lang="en-US" dirty="0"/>
              <a:t>multiple sensors in a grid</a:t>
            </a:r>
          </a:p>
          <a:p>
            <a:pPr lvl="1"/>
            <a:r>
              <a:rPr lang="en-US" dirty="0"/>
              <a:t>more atmospheric features</a:t>
            </a:r>
          </a:p>
        </p:txBody>
      </p:sp>
      <p:sp>
        <p:nvSpPr>
          <p:cNvPr id="5" name="Rectangle 4" descr="Statistics">
            <a:extLst>
              <a:ext uri="{FF2B5EF4-FFF2-40B4-BE49-F238E27FC236}">
                <a16:creationId xmlns:a16="http://schemas.microsoft.com/office/drawing/2014/main" id="{96AA3418-6B85-8FAF-44C5-C555F9DACC8B}"/>
              </a:ext>
            </a:extLst>
          </p:cNvPr>
          <p:cNvSpPr/>
          <p:nvPr/>
        </p:nvSpPr>
        <p:spPr>
          <a:xfrm>
            <a:off x="8355898" y="2699369"/>
            <a:ext cx="2712152" cy="2603850"/>
          </a:xfrm>
          <a:prstGeom prst="rect">
            <a:avLst/>
          </a:prstGeom>
          <a:blipFill>
            <a:blip r:embed="rId3">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36707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AE7175-0D1A-A0AB-4C1F-97D2D144502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1F377D-34C1-9B1B-E69F-45CE14BF6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9BC5FB-8694-89F2-F3D8-50A4126CA77D}"/>
              </a:ext>
            </a:extLst>
          </p:cNvPr>
          <p:cNvSpPr>
            <a:spLocks noGrp="1"/>
          </p:cNvSpPr>
          <p:nvPr>
            <p:ph type="ctrTitle"/>
          </p:nvPr>
        </p:nvSpPr>
        <p:spPr>
          <a:xfrm>
            <a:off x="1329766" y="1146412"/>
            <a:ext cx="9014348" cy="2402006"/>
          </a:xfrm>
        </p:spPr>
        <p:txBody>
          <a:bodyPr anchor="b">
            <a:normAutofit/>
          </a:bodyPr>
          <a:lstStyle/>
          <a:p>
            <a:pPr algn="l"/>
            <a:r>
              <a:rPr lang="en-US" sz="4800" dirty="0"/>
              <a:t>Thank you. Any Questions?</a:t>
            </a:r>
          </a:p>
        </p:txBody>
      </p:sp>
      <p:sp>
        <p:nvSpPr>
          <p:cNvPr id="10" name="Rectangle 9">
            <a:extLst>
              <a:ext uri="{FF2B5EF4-FFF2-40B4-BE49-F238E27FC236}">
                <a16:creationId xmlns:a16="http://schemas.microsoft.com/office/drawing/2014/main" id="{99A76757-869B-B211-4AC5-837B993D0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CCCA9E-3FF8-5ACD-CAFE-97C3987FA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4EE135-8AEB-908F-409D-EDBC1AB67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0C5228-D19A-B9EC-78D0-872EB7931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05E3E13-D0BB-CA91-3D9D-089D5826EDC8}"/>
              </a:ext>
            </a:extLst>
          </p:cNvPr>
          <p:cNvSpPr>
            <a:spLocks noGrp="1"/>
          </p:cNvSpPr>
          <p:nvPr>
            <p:ph type="subTitle" idx="1"/>
          </p:nvPr>
        </p:nvSpPr>
        <p:spPr>
          <a:xfrm>
            <a:off x="1329765" y="4892722"/>
            <a:ext cx="6387155" cy="1078173"/>
          </a:xfrm>
        </p:spPr>
        <p:txBody>
          <a:bodyPr anchor="ctr">
            <a:normAutofit/>
          </a:bodyPr>
          <a:lstStyle/>
          <a:p>
            <a:pPr algn="l"/>
            <a:endParaRPr lang="en-US" dirty="0">
              <a:solidFill>
                <a:srgbClr val="FFFFFF"/>
              </a:solidFill>
            </a:endParaRPr>
          </a:p>
        </p:txBody>
      </p:sp>
    </p:spTree>
    <p:extLst>
      <p:ext uri="{BB962C8B-B14F-4D97-AF65-F5344CB8AC3E}">
        <p14:creationId xmlns:p14="http://schemas.microsoft.com/office/powerpoint/2010/main" val="747888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5679</TotalTime>
  <Words>1794</Words>
  <Application>Microsoft Macintosh PowerPoint</Application>
  <PresentationFormat>Widescreen</PresentationFormat>
  <Paragraphs>228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Menlo</vt:lpstr>
      <vt:lpstr>Office Theme</vt:lpstr>
      <vt:lpstr>Analysis of Air Quality Data</vt:lpstr>
      <vt:lpstr>Agenda</vt:lpstr>
      <vt:lpstr>What can we learn from this dataset?</vt:lpstr>
      <vt:lpstr>Potential Impacts from this Study</vt:lpstr>
      <vt:lpstr>Domain Research Resources</vt:lpstr>
      <vt:lpstr>Preprocessing Challenges</vt:lpstr>
      <vt:lpstr>Preprocessing Challenges</vt:lpstr>
      <vt:lpstr>Analysis: Within Safe Levels?</vt:lpstr>
      <vt:lpstr>Analysis: Statistical Predictions</vt:lpstr>
      <vt:lpstr>Analysis: Patterns in the Data</vt:lpstr>
      <vt:lpstr>Limitations and Further Study</vt:lpstr>
      <vt:lpstr>Conclusion</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Rowan, Tom Fg Off (RAFAC-WW-N1W-1004)</dc:creator>
  <cp:lastModifiedBy>Rowan, Tom Fg Off (RAFAC-WW-N1W-1004)</cp:lastModifiedBy>
  <cp:revision>17</cp:revision>
  <dcterms:created xsi:type="dcterms:W3CDTF">2025-05-28T12:33:28Z</dcterms:created>
  <dcterms:modified xsi:type="dcterms:W3CDTF">2025-06-06T09:12:00Z</dcterms:modified>
</cp:coreProperties>
</file>