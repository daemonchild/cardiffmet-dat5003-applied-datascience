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5" r:id="rId5"/>
    <p:sldId id="261" r:id="rId6"/>
    <p:sldId id="262" r:id="rId7"/>
    <p:sldId id="266" r:id="rId8"/>
    <p:sldId id="267" r:id="rId9"/>
    <p:sldId id="263" r:id="rId10"/>
    <p:sldId id="264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3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16"/>
    <p:restoredTop sz="67394"/>
  </p:normalViewPr>
  <p:slideViewPr>
    <p:cSldViewPr snapToGrid="0">
      <p:cViewPr varScale="1">
        <p:scale>
          <a:sx n="81" d="100"/>
          <a:sy n="81" d="100"/>
        </p:scale>
        <p:origin x="11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AE983-4902-4B53-9D1E-145B1E2EA21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54551E3-AF0E-45D2-959D-719D4BB690E8}">
      <dgm:prSet custT="1"/>
      <dgm:spPr/>
      <dgm:t>
        <a:bodyPr/>
        <a:lstStyle/>
        <a:p>
          <a:r>
            <a:rPr lang="en-GB" sz="2000"/>
            <a:t>Choosing a Relevant Question</a:t>
          </a:r>
          <a:endParaRPr lang="en-US" sz="2000"/>
        </a:p>
      </dgm:t>
    </dgm:pt>
    <dgm:pt modelId="{E8EB76B0-04EF-4502-AC34-0BF0F24D9A9D}" type="parTrans" cxnId="{94546DC4-BE62-4066-A92C-D21753DB7734}">
      <dgm:prSet/>
      <dgm:spPr/>
      <dgm:t>
        <a:bodyPr/>
        <a:lstStyle/>
        <a:p>
          <a:endParaRPr lang="en-US" sz="2400"/>
        </a:p>
      </dgm:t>
    </dgm:pt>
    <dgm:pt modelId="{6C4697E2-DD75-40A4-B1FA-CC8BE3F96A45}" type="sibTrans" cxnId="{94546DC4-BE62-4066-A92C-D21753DB7734}">
      <dgm:prSet/>
      <dgm:spPr/>
      <dgm:t>
        <a:bodyPr/>
        <a:lstStyle/>
        <a:p>
          <a:endParaRPr lang="en-US" sz="2400"/>
        </a:p>
      </dgm:t>
    </dgm:pt>
    <dgm:pt modelId="{5600EB54-EC4E-4989-AD45-05B87079495C}">
      <dgm:prSet custT="1"/>
      <dgm:spPr/>
      <dgm:t>
        <a:bodyPr/>
        <a:lstStyle/>
        <a:p>
          <a:r>
            <a:rPr lang="en-GB" sz="2000"/>
            <a:t>Reference Resources</a:t>
          </a:r>
          <a:endParaRPr lang="en-US" sz="2000"/>
        </a:p>
      </dgm:t>
    </dgm:pt>
    <dgm:pt modelId="{ED77F64A-C247-4EF2-9F18-2FD52BC9451B}" type="parTrans" cxnId="{B17C602C-2CFC-45E0-BD5B-9727B87A9C34}">
      <dgm:prSet/>
      <dgm:spPr/>
      <dgm:t>
        <a:bodyPr/>
        <a:lstStyle/>
        <a:p>
          <a:endParaRPr lang="en-US" sz="2400"/>
        </a:p>
      </dgm:t>
    </dgm:pt>
    <dgm:pt modelId="{CE95E586-B976-4281-9B10-46451E1CDA82}" type="sibTrans" cxnId="{B17C602C-2CFC-45E0-BD5B-9727B87A9C34}">
      <dgm:prSet/>
      <dgm:spPr/>
      <dgm:t>
        <a:bodyPr/>
        <a:lstStyle/>
        <a:p>
          <a:endParaRPr lang="en-US" sz="2400"/>
        </a:p>
      </dgm:t>
    </dgm:pt>
    <dgm:pt modelId="{82A7E03C-A40C-45FE-B98C-12EA2711467B}">
      <dgm:prSet custT="1"/>
      <dgm:spPr/>
      <dgm:t>
        <a:bodyPr/>
        <a:lstStyle/>
        <a:p>
          <a:r>
            <a:rPr lang="en-GB" sz="2000"/>
            <a:t>Preprocessing Challenges</a:t>
          </a:r>
          <a:endParaRPr lang="en-US" sz="2000"/>
        </a:p>
      </dgm:t>
    </dgm:pt>
    <dgm:pt modelId="{E034C870-8762-475F-A7CA-84070EE87CC3}" type="parTrans" cxnId="{A7A5C2A5-8060-4F15-BBC8-9C1ABE962522}">
      <dgm:prSet/>
      <dgm:spPr/>
      <dgm:t>
        <a:bodyPr/>
        <a:lstStyle/>
        <a:p>
          <a:endParaRPr lang="en-US" sz="2400"/>
        </a:p>
      </dgm:t>
    </dgm:pt>
    <dgm:pt modelId="{F8ECBC54-2BF9-459A-86E3-B67E09FCE5AA}" type="sibTrans" cxnId="{A7A5C2A5-8060-4F15-BBC8-9C1ABE962522}">
      <dgm:prSet/>
      <dgm:spPr/>
      <dgm:t>
        <a:bodyPr/>
        <a:lstStyle/>
        <a:p>
          <a:endParaRPr lang="en-US" sz="2400"/>
        </a:p>
      </dgm:t>
    </dgm:pt>
    <dgm:pt modelId="{07F8A1E3-CE61-40CE-BEC9-4E84A53A4409}">
      <dgm:prSet custT="1"/>
      <dgm:spPr/>
      <dgm:t>
        <a:bodyPr/>
        <a:lstStyle/>
        <a:p>
          <a:r>
            <a:rPr lang="en-GB" sz="2000" dirty="0"/>
            <a:t>Answering the Question: </a:t>
          </a:r>
          <a:br>
            <a:rPr lang="en-GB" sz="2000" dirty="0"/>
          </a:br>
          <a:r>
            <a:rPr lang="en-GB" sz="2000" dirty="0"/>
            <a:t>Data Analysis</a:t>
          </a:r>
          <a:endParaRPr lang="en-US" sz="2000" dirty="0"/>
        </a:p>
      </dgm:t>
    </dgm:pt>
    <dgm:pt modelId="{08357E42-98D8-4460-91AC-EE197F72C08C}" type="parTrans" cxnId="{A8141501-4D15-4290-BA15-BB6F013B017C}">
      <dgm:prSet/>
      <dgm:spPr/>
      <dgm:t>
        <a:bodyPr/>
        <a:lstStyle/>
        <a:p>
          <a:endParaRPr lang="en-US" sz="2400"/>
        </a:p>
      </dgm:t>
    </dgm:pt>
    <dgm:pt modelId="{5C412739-F47A-46E4-ABCF-2A915E4906FE}" type="sibTrans" cxnId="{A8141501-4D15-4290-BA15-BB6F013B017C}">
      <dgm:prSet/>
      <dgm:spPr/>
      <dgm:t>
        <a:bodyPr/>
        <a:lstStyle/>
        <a:p>
          <a:endParaRPr lang="en-US" sz="2400"/>
        </a:p>
      </dgm:t>
    </dgm:pt>
    <dgm:pt modelId="{03135617-69F6-49C3-9FCB-5B7A6E84D160}">
      <dgm:prSet custT="1"/>
      <dgm:spPr/>
      <dgm:t>
        <a:bodyPr/>
        <a:lstStyle/>
        <a:p>
          <a:r>
            <a:rPr lang="en-GB" sz="2000"/>
            <a:t>Limitations of the Dataset</a:t>
          </a:r>
          <a:endParaRPr lang="en-US" sz="2000"/>
        </a:p>
      </dgm:t>
    </dgm:pt>
    <dgm:pt modelId="{C3D9DC99-DFFA-4268-BC5B-514C77655944}" type="parTrans" cxnId="{DEA6D4B3-B1F3-4B2F-A4C3-503B988A51A0}">
      <dgm:prSet/>
      <dgm:spPr/>
      <dgm:t>
        <a:bodyPr/>
        <a:lstStyle/>
        <a:p>
          <a:endParaRPr lang="en-US" sz="2400"/>
        </a:p>
      </dgm:t>
    </dgm:pt>
    <dgm:pt modelId="{3171B181-48D0-40DA-8611-105525539B1A}" type="sibTrans" cxnId="{DEA6D4B3-B1F3-4B2F-A4C3-503B988A51A0}">
      <dgm:prSet/>
      <dgm:spPr/>
      <dgm:t>
        <a:bodyPr/>
        <a:lstStyle/>
        <a:p>
          <a:endParaRPr lang="en-US" sz="2400"/>
        </a:p>
      </dgm:t>
    </dgm:pt>
    <dgm:pt modelId="{C9092D43-180C-4F78-AD43-2F9D0EDA5873}" type="pres">
      <dgm:prSet presAssocID="{FE3AE983-4902-4B53-9D1E-145B1E2EA219}" presName="root" presStyleCnt="0">
        <dgm:presLayoutVars>
          <dgm:dir/>
          <dgm:resizeHandles val="exact"/>
        </dgm:presLayoutVars>
      </dgm:prSet>
      <dgm:spPr/>
    </dgm:pt>
    <dgm:pt modelId="{5DBAEB50-4BB5-45D4-8C40-2F9D7B785F35}" type="pres">
      <dgm:prSet presAssocID="{854551E3-AF0E-45D2-959D-719D4BB690E8}" presName="compNode" presStyleCnt="0"/>
      <dgm:spPr/>
    </dgm:pt>
    <dgm:pt modelId="{42370A77-5CCF-4FE1-8B73-85892BCF188D}" type="pres">
      <dgm:prSet presAssocID="{854551E3-AF0E-45D2-959D-719D4BB690E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CBAA6E60-E1CB-4B12-89EA-92774FF2F7C1}" type="pres">
      <dgm:prSet presAssocID="{854551E3-AF0E-45D2-959D-719D4BB690E8}" presName="spaceRect" presStyleCnt="0"/>
      <dgm:spPr/>
    </dgm:pt>
    <dgm:pt modelId="{36403601-EDF1-4251-8A3E-CD5313DB3D88}" type="pres">
      <dgm:prSet presAssocID="{854551E3-AF0E-45D2-959D-719D4BB690E8}" presName="textRect" presStyleLbl="revTx" presStyleIdx="0" presStyleCnt="5">
        <dgm:presLayoutVars>
          <dgm:chMax val="1"/>
          <dgm:chPref val="1"/>
        </dgm:presLayoutVars>
      </dgm:prSet>
      <dgm:spPr/>
    </dgm:pt>
    <dgm:pt modelId="{3F17EC2B-2A9E-4A74-82BD-32C5D9A950A8}" type="pres">
      <dgm:prSet presAssocID="{6C4697E2-DD75-40A4-B1FA-CC8BE3F96A45}" presName="sibTrans" presStyleCnt="0"/>
      <dgm:spPr/>
    </dgm:pt>
    <dgm:pt modelId="{6E75C934-4727-4616-B79A-59944BF7ECBF}" type="pres">
      <dgm:prSet presAssocID="{5600EB54-EC4E-4989-AD45-05B87079495C}" presName="compNode" presStyleCnt="0"/>
      <dgm:spPr/>
    </dgm:pt>
    <dgm:pt modelId="{7793A0D1-5C0A-4C2D-9AB0-437DC9857B30}" type="pres">
      <dgm:prSet presAssocID="{5600EB54-EC4E-4989-AD45-05B87079495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87FE10D-8324-4F56-850E-1A555F896487}" type="pres">
      <dgm:prSet presAssocID="{5600EB54-EC4E-4989-AD45-05B87079495C}" presName="spaceRect" presStyleCnt="0"/>
      <dgm:spPr/>
    </dgm:pt>
    <dgm:pt modelId="{BCF3BCDA-B5E1-4DE4-B631-75124A669022}" type="pres">
      <dgm:prSet presAssocID="{5600EB54-EC4E-4989-AD45-05B87079495C}" presName="textRect" presStyleLbl="revTx" presStyleIdx="1" presStyleCnt="5">
        <dgm:presLayoutVars>
          <dgm:chMax val="1"/>
          <dgm:chPref val="1"/>
        </dgm:presLayoutVars>
      </dgm:prSet>
      <dgm:spPr/>
    </dgm:pt>
    <dgm:pt modelId="{03BA8714-F30F-4302-8FCC-86AB959B7BE7}" type="pres">
      <dgm:prSet presAssocID="{CE95E586-B976-4281-9B10-46451E1CDA82}" presName="sibTrans" presStyleCnt="0"/>
      <dgm:spPr/>
    </dgm:pt>
    <dgm:pt modelId="{E6B16C66-8275-4B70-BB0F-70F684FC978E}" type="pres">
      <dgm:prSet presAssocID="{82A7E03C-A40C-45FE-B98C-12EA2711467B}" presName="compNode" presStyleCnt="0"/>
      <dgm:spPr/>
    </dgm:pt>
    <dgm:pt modelId="{B34CD339-D9CB-4956-9214-CCABB272655A}" type="pres">
      <dgm:prSet presAssocID="{82A7E03C-A40C-45FE-B98C-12EA271146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CD34583-9C0F-45DA-A808-B9D49FBC9D30}" type="pres">
      <dgm:prSet presAssocID="{82A7E03C-A40C-45FE-B98C-12EA2711467B}" presName="spaceRect" presStyleCnt="0"/>
      <dgm:spPr/>
    </dgm:pt>
    <dgm:pt modelId="{019C4514-7C75-4710-9292-5ECA63E24299}" type="pres">
      <dgm:prSet presAssocID="{82A7E03C-A40C-45FE-B98C-12EA2711467B}" presName="textRect" presStyleLbl="revTx" presStyleIdx="2" presStyleCnt="5">
        <dgm:presLayoutVars>
          <dgm:chMax val="1"/>
          <dgm:chPref val="1"/>
        </dgm:presLayoutVars>
      </dgm:prSet>
      <dgm:spPr/>
    </dgm:pt>
    <dgm:pt modelId="{3CDFCBD6-E2F1-4360-B70C-4122410EF29B}" type="pres">
      <dgm:prSet presAssocID="{F8ECBC54-2BF9-459A-86E3-B67E09FCE5AA}" presName="sibTrans" presStyleCnt="0"/>
      <dgm:spPr/>
    </dgm:pt>
    <dgm:pt modelId="{00D69F38-F21B-40EF-BC11-C48DFAE407BD}" type="pres">
      <dgm:prSet presAssocID="{07F8A1E3-CE61-40CE-BEC9-4E84A53A4409}" presName="compNode" presStyleCnt="0"/>
      <dgm:spPr/>
    </dgm:pt>
    <dgm:pt modelId="{0DA2E5C6-5718-4C19-97A9-8B7FA5E63418}" type="pres">
      <dgm:prSet presAssocID="{07F8A1E3-CE61-40CE-BEC9-4E84A53A440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3C62DB8-8ACE-4EB3-A596-99BC7069B46D}" type="pres">
      <dgm:prSet presAssocID="{07F8A1E3-CE61-40CE-BEC9-4E84A53A4409}" presName="spaceRect" presStyleCnt="0"/>
      <dgm:spPr/>
    </dgm:pt>
    <dgm:pt modelId="{9E62169D-8162-456C-AF15-86F0E09D0AED}" type="pres">
      <dgm:prSet presAssocID="{07F8A1E3-CE61-40CE-BEC9-4E84A53A4409}" presName="textRect" presStyleLbl="revTx" presStyleIdx="3" presStyleCnt="5">
        <dgm:presLayoutVars>
          <dgm:chMax val="1"/>
          <dgm:chPref val="1"/>
        </dgm:presLayoutVars>
      </dgm:prSet>
      <dgm:spPr/>
    </dgm:pt>
    <dgm:pt modelId="{21AE64AB-41BB-4B6C-B3E0-BAFA6F4E2E58}" type="pres">
      <dgm:prSet presAssocID="{5C412739-F47A-46E4-ABCF-2A915E4906FE}" presName="sibTrans" presStyleCnt="0"/>
      <dgm:spPr/>
    </dgm:pt>
    <dgm:pt modelId="{E6B46E91-EE0B-4BD5-95D9-B6FC31E11F41}" type="pres">
      <dgm:prSet presAssocID="{03135617-69F6-49C3-9FCB-5B7A6E84D160}" presName="compNode" presStyleCnt="0"/>
      <dgm:spPr/>
    </dgm:pt>
    <dgm:pt modelId="{8D014449-AE4E-42B8-911F-4A12F8E32528}" type="pres">
      <dgm:prSet presAssocID="{03135617-69F6-49C3-9FCB-5B7A6E84D16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395F6E9-4164-402A-B035-8739358A56AC}" type="pres">
      <dgm:prSet presAssocID="{03135617-69F6-49C3-9FCB-5B7A6E84D160}" presName="spaceRect" presStyleCnt="0"/>
      <dgm:spPr/>
    </dgm:pt>
    <dgm:pt modelId="{1846F7D6-1C16-4E27-8EC0-73F9F16377E0}" type="pres">
      <dgm:prSet presAssocID="{03135617-69F6-49C3-9FCB-5B7A6E84D16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8141501-4D15-4290-BA15-BB6F013B017C}" srcId="{FE3AE983-4902-4B53-9D1E-145B1E2EA219}" destId="{07F8A1E3-CE61-40CE-BEC9-4E84A53A4409}" srcOrd="3" destOrd="0" parTransId="{08357E42-98D8-4460-91AC-EE197F72C08C}" sibTransId="{5C412739-F47A-46E4-ABCF-2A915E4906FE}"/>
    <dgm:cxn modelId="{B17C602C-2CFC-45E0-BD5B-9727B87A9C34}" srcId="{FE3AE983-4902-4B53-9D1E-145B1E2EA219}" destId="{5600EB54-EC4E-4989-AD45-05B87079495C}" srcOrd="1" destOrd="0" parTransId="{ED77F64A-C247-4EF2-9F18-2FD52BC9451B}" sibTransId="{CE95E586-B976-4281-9B10-46451E1CDA82}"/>
    <dgm:cxn modelId="{E24F4C3B-AE1C-47A1-B1EC-EA3566F5B50B}" type="presOf" srcId="{07F8A1E3-CE61-40CE-BEC9-4E84A53A4409}" destId="{9E62169D-8162-456C-AF15-86F0E09D0AED}" srcOrd="0" destOrd="0" presId="urn:microsoft.com/office/officeart/2018/2/layout/IconLabelList"/>
    <dgm:cxn modelId="{1EF5E944-E1E1-4FD4-AB5E-D61C200CBA23}" type="presOf" srcId="{03135617-69F6-49C3-9FCB-5B7A6E84D160}" destId="{1846F7D6-1C16-4E27-8EC0-73F9F16377E0}" srcOrd="0" destOrd="0" presId="urn:microsoft.com/office/officeart/2018/2/layout/IconLabelList"/>
    <dgm:cxn modelId="{0CD9C75B-877B-48DA-8FB2-4D91BB9B4FFA}" type="presOf" srcId="{82A7E03C-A40C-45FE-B98C-12EA2711467B}" destId="{019C4514-7C75-4710-9292-5ECA63E24299}" srcOrd="0" destOrd="0" presId="urn:microsoft.com/office/officeart/2018/2/layout/IconLabelList"/>
    <dgm:cxn modelId="{B4DB4177-0E8D-4073-9E53-8CF13727EE2D}" type="presOf" srcId="{5600EB54-EC4E-4989-AD45-05B87079495C}" destId="{BCF3BCDA-B5E1-4DE4-B631-75124A669022}" srcOrd="0" destOrd="0" presId="urn:microsoft.com/office/officeart/2018/2/layout/IconLabelList"/>
    <dgm:cxn modelId="{A7A5C2A5-8060-4F15-BBC8-9C1ABE962522}" srcId="{FE3AE983-4902-4B53-9D1E-145B1E2EA219}" destId="{82A7E03C-A40C-45FE-B98C-12EA2711467B}" srcOrd="2" destOrd="0" parTransId="{E034C870-8762-475F-A7CA-84070EE87CC3}" sibTransId="{F8ECBC54-2BF9-459A-86E3-B67E09FCE5AA}"/>
    <dgm:cxn modelId="{799CFEA5-4C45-4E1A-86B7-EF61B79ABB7D}" type="presOf" srcId="{854551E3-AF0E-45D2-959D-719D4BB690E8}" destId="{36403601-EDF1-4251-8A3E-CD5313DB3D88}" srcOrd="0" destOrd="0" presId="urn:microsoft.com/office/officeart/2018/2/layout/IconLabelList"/>
    <dgm:cxn modelId="{2696E3AB-B2C8-42D9-A834-6BD6CE87CB11}" type="presOf" srcId="{FE3AE983-4902-4B53-9D1E-145B1E2EA219}" destId="{C9092D43-180C-4F78-AD43-2F9D0EDA5873}" srcOrd="0" destOrd="0" presId="urn:microsoft.com/office/officeart/2018/2/layout/IconLabelList"/>
    <dgm:cxn modelId="{DEA6D4B3-B1F3-4B2F-A4C3-503B988A51A0}" srcId="{FE3AE983-4902-4B53-9D1E-145B1E2EA219}" destId="{03135617-69F6-49C3-9FCB-5B7A6E84D160}" srcOrd="4" destOrd="0" parTransId="{C3D9DC99-DFFA-4268-BC5B-514C77655944}" sibTransId="{3171B181-48D0-40DA-8611-105525539B1A}"/>
    <dgm:cxn modelId="{94546DC4-BE62-4066-A92C-D21753DB7734}" srcId="{FE3AE983-4902-4B53-9D1E-145B1E2EA219}" destId="{854551E3-AF0E-45D2-959D-719D4BB690E8}" srcOrd="0" destOrd="0" parTransId="{E8EB76B0-04EF-4502-AC34-0BF0F24D9A9D}" sibTransId="{6C4697E2-DD75-40A4-B1FA-CC8BE3F96A45}"/>
    <dgm:cxn modelId="{5B417ED5-27DF-4982-ACE6-F9C11E83037C}" type="presParOf" srcId="{C9092D43-180C-4F78-AD43-2F9D0EDA5873}" destId="{5DBAEB50-4BB5-45D4-8C40-2F9D7B785F35}" srcOrd="0" destOrd="0" presId="urn:microsoft.com/office/officeart/2018/2/layout/IconLabelList"/>
    <dgm:cxn modelId="{C7D0C465-2169-4589-AFE9-99B57E026762}" type="presParOf" srcId="{5DBAEB50-4BB5-45D4-8C40-2F9D7B785F35}" destId="{42370A77-5CCF-4FE1-8B73-85892BCF188D}" srcOrd="0" destOrd="0" presId="urn:microsoft.com/office/officeart/2018/2/layout/IconLabelList"/>
    <dgm:cxn modelId="{D437D49F-E305-49EA-B865-6F8B81D02BA1}" type="presParOf" srcId="{5DBAEB50-4BB5-45D4-8C40-2F9D7B785F35}" destId="{CBAA6E60-E1CB-4B12-89EA-92774FF2F7C1}" srcOrd="1" destOrd="0" presId="urn:microsoft.com/office/officeart/2018/2/layout/IconLabelList"/>
    <dgm:cxn modelId="{A7C5998E-0AFD-49CF-9C04-ED5EEED78C1E}" type="presParOf" srcId="{5DBAEB50-4BB5-45D4-8C40-2F9D7B785F35}" destId="{36403601-EDF1-4251-8A3E-CD5313DB3D88}" srcOrd="2" destOrd="0" presId="urn:microsoft.com/office/officeart/2018/2/layout/IconLabelList"/>
    <dgm:cxn modelId="{BB241317-D79F-411C-9FE8-EC3A9247159E}" type="presParOf" srcId="{C9092D43-180C-4F78-AD43-2F9D0EDA5873}" destId="{3F17EC2B-2A9E-4A74-82BD-32C5D9A950A8}" srcOrd="1" destOrd="0" presId="urn:microsoft.com/office/officeart/2018/2/layout/IconLabelList"/>
    <dgm:cxn modelId="{0278233F-B8E6-47CF-A757-74FB078EF06F}" type="presParOf" srcId="{C9092D43-180C-4F78-AD43-2F9D0EDA5873}" destId="{6E75C934-4727-4616-B79A-59944BF7ECBF}" srcOrd="2" destOrd="0" presId="urn:microsoft.com/office/officeart/2018/2/layout/IconLabelList"/>
    <dgm:cxn modelId="{652E1A5C-59B1-42D6-8FAD-2000604F819D}" type="presParOf" srcId="{6E75C934-4727-4616-B79A-59944BF7ECBF}" destId="{7793A0D1-5C0A-4C2D-9AB0-437DC9857B30}" srcOrd="0" destOrd="0" presId="urn:microsoft.com/office/officeart/2018/2/layout/IconLabelList"/>
    <dgm:cxn modelId="{DF3B1D6B-51D7-4A2A-B8E1-C3BF8FEA76BE}" type="presParOf" srcId="{6E75C934-4727-4616-B79A-59944BF7ECBF}" destId="{C87FE10D-8324-4F56-850E-1A555F896487}" srcOrd="1" destOrd="0" presId="urn:microsoft.com/office/officeart/2018/2/layout/IconLabelList"/>
    <dgm:cxn modelId="{56B43E9E-3C51-4E6F-B8CD-B5505E48E082}" type="presParOf" srcId="{6E75C934-4727-4616-B79A-59944BF7ECBF}" destId="{BCF3BCDA-B5E1-4DE4-B631-75124A669022}" srcOrd="2" destOrd="0" presId="urn:microsoft.com/office/officeart/2018/2/layout/IconLabelList"/>
    <dgm:cxn modelId="{B905D49F-ADB8-48E8-B952-75853AAAB00F}" type="presParOf" srcId="{C9092D43-180C-4F78-AD43-2F9D0EDA5873}" destId="{03BA8714-F30F-4302-8FCC-86AB959B7BE7}" srcOrd="3" destOrd="0" presId="urn:microsoft.com/office/officeart/2018/2/layout/IconLabelList"/>
    <dgm:cxn modelId="{CE2297AE-A1A5-4209-AB5D-66EB508B5ACA}" type="presParOf" srcId="{C9092D43-180C-4F78-AD43-2F9D0EDA5873}" destId="{E6B16C66-8275-4B70-BB0F-70F684FC978E}" srcOrd="4" destOrd="0" presId="urn:microsoft.com/office/officeart/2018/2/layout/IconLabelList"/>
    <dgm:cxn modelId="{15758554-62E1-4DA3-B4F6-AEB18F466598}" type="presParOf" srcId="{E6B16C66-8275-4B70-BB0F-70F684FC978E}" destId="{B34CD339-D9CB-4956-9214-CCABB272655A}" srcOrd="0" destOrd="0" presId="urn:microsoft.com/office/officeart/2018/2/layout/IconLabelList"/>
    <dgm:cxn modelId="{C3CF07A5-4A46-4B99-B5E6-415B0F40FAE4}" type="presParOf" srcId="{E6B16C66-8275-4B70-BB0F-70F684FC978E}" destId="{FCD34583-9C0F-45DA-A808-B9D49FBC9D30}" srcOrd="1" destOrd="0" presId="urn:microsoft.com/office/officeart/2018/2/layout/IconLabelList"/>
    <dgm:cxn modelId="{8063A4AE-E3E7-47BD-9AF7-D3241FDCAF92}" type="presParOf" srcId="{E6B16C66-8275-4B70-BB0F-70F684FC978E}" destId="{019C4514-7C75-4710-9292-5ECA63E24299}" srcOrd="2" destOrd="0" presId="urn:microsoft.com/office/officeart/2018/2/layout/IconLabelList"/>
    <dgm:cxn modelId="{E04736D4-FBB7-4A10-8A53-2C199B3BCC8F}" type="presParOf" srcId="{C9092D43-180C-4F78-AD43-2F9D0EDA5873}" destId="{3CDFCBD6-E2F1-4360-B70C-4122410EF29B}" srcOrd="5" destOrd="0" presId="urn:microsoft.com/office/officeart/2018/2/layout/IconLabelList"/>
    <dgm:cxn modelId="{67B826F0-8AE8-4188-8EA2-6A532B666CBF}" type="presParOf" srcId="{C9092D43-180C-4F78-AD43-2F9D0EDA5873}" destId="{00D69F38-F21B-40EF-BC11-C48DFAE407BD}" srcOrd="6" destOrd="0" presId="urn:microsoft.com/office/officeart/2018/2/layout/IconLabelList"/>
    <dgm:cxn modelId="{35B5738F-3D40-49D3-8710-CF11F1F9236F}" type="presParOf" srcId="{00D69F38-F21B-40EF-BC11-C48DFAE407BD}" destId="{0DA2E5C6-5718-4C19-97A9-8B7FA5E63418}" srcOrd="0" destOrd="0" presId="urn:microsoft.com/office/officeart/2018/2/layout/IconLabelList"/>
    <dgm:cxn modelId="{9222B14B-98D2-4661-9E7A-469D9BA7C147}" type="presParOf" srcId="{00D69F38-F21B-40EF-BC11-C48DFAE407BD}" destId="{03C62DB8-8ACE-4EB3-A596-99BC7069B46D}" srcOrd="1" destOrd="0" presId="urn:microsoft.com/office/officeart/2018/2/layout/IconLabelList"/>
    <dgm:cxn modelId="{A711B69C-BF0E-4E7C-9742-ED04811AB9F9}" type="presParOf" srcId="{00D69F38-F21B-40EF-BC11-C48DFAE407BD}" destId="{9E62169D-8162-456C-AF15-86F0E09D0AED}" srcOrd="2" destOrd="0" presId="urn:microsoft.com/office/officeart/2018/2/layout/IconLabelList"/>
    <dgm:cxn modelId="{3EA43110-8763-48F9-9006-89DD73EB9AFD}" type="presParOf" srcId="{C9092D43-180C-4F78-AD43-2F9D0EDA5873}" destId="{21AE64AB-41BB-4B6C-B3E0-BAFA6F4E2E58}" srcOrd="7" destOrd="0" presId="urn:microsoft.com/office/officeart/2018/2/layout/IconLabelList"/>
    <dgm:cxn modelId="{6F86339A-01F9-4A7A-8BAB-61FA7E572493}" type="presParOf" srcId="{C9092D43-180C-4F78-AD43-2F9D0EDA5873}" destId="{E6B46E91-EE0B-4BD5-95D9-B6FC31E11F41}" srcOrd="8" destOrd="0" presId="urn:microsoft.com/office/officeart/2018/2/layout/IconLabelList"/>
    <dgm:cxn modelId="{FF82481F-7BB8-4B4D-BB33-FED50C4B46F9}" type="presParOf" srcId="{E6B46E91-EE0B-4BD5-95D9-B6FC31E11F41}" destId="{8D014449-AE4E-42B8-911F-4A12F8E32528}" srcOrd="0" destOrd="0" presId="urn:microsoft.com/office/officeart/2018/2/layout/IconLabelList"/>
    <dgm:cxn modelId="{0AA54E61-9B3A-421D-8AE9-407176BD55C3}" type="presParOf" srcId="{E6B46E91-EE0B-4BD5-95D9-B6FC31E11F41}" destId="{3395F6E9-4164-402A-B035-8739358A56AC}" srcOrd="1" destOrd="0" presId="urn:microsoft.com/office/officeart/2018/2/layout/IconLabelList"/>
    <dgm:cxn modelId="{C091D480-FAA7-46F0-A54A-F6C460D775FE}" type="presParOf" srcId="{E6B46E91-EE0B-4BD5-95D9-B6FC31E11F41}" destId="{1846F7D6-1C16-4E27-8EC0-73F9F16377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ECBD6D-44B0-4A0E-BCD5-97B5BA0A86C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E0F70A-AE1C-47F0-A79B-5B45E326DA73}">
      <dgm:prSet/>
      <dgm:spPr/>
      <dgm:t>
        <a:bodyPr/>
        <a:lstStyle/>
        <a:p>
          <a:pPr>
            <a:defRPr b="1"/>
          </a:pPr>
          <a:r>
            <a:rPr lang="en-US" dirty="0"/>
            <a:t>The Dataset:</a:t>
          </a:r>
        </a:p>
      </dgm:t>
    </dgm:pt>
    <dgm:pt modelId="{DEDA7964-2281-4AE6-9997-F32D61AB3C30}" type="parTrans" cxnId="{7A81D27B-9014-4137-AF2A-4FE6DEA75CE2}">
      <dgm:prSet/>
      <dgm:spPr/>
      <dgm:t>
        <a:bodyPr/>
        <a:lstStyle/>
        <a:p>
          <a:endParaRPr lang="en-US"/>
        </a:p>
      </dgm:t>
    </dgm:pt>
    <dgm:pt modelId="{F380EC32-F33F-440B-A20A-3ADB12C0570A}" type="sibTrans" cxnId="{7A81D27B-9014-4137-AF2A-4FE6DEA75CE2}">
      <dgm:prSet/>
      <dgm:spPr/>
      <dgm:t>
        <a:bodyPr/>
        <a:lstStyle/>
        <a:p>
          <a:endParaRPr lang="en-US"/>
        </a:p>
      </dgm:t>
    </dgm:pt>
    <dgm:pt modelId="{E881815E-3ECC-4FE4-9445-76A23A88F7AC}">
      <dgm:prSet custT="1"/>
      <dgm:spPr/>
      <dgm:t>
        <a:bodyPr/>
        <a:lstStyle/>
        <a:p>
          <a:r>
            <a:rPr lang="en-US" sz="2800" dirty="0"/>
            <a:t>One year of pollution sensor readings in an Italian city </a:t>
          </a:r>
          <a:br>
            <a:rPr lang="en-US" sz="2800" dirty="0"/>
          </a:br>
          <a:r>
            <a:rPr lang="en-US" sz="2800" dirty="0"/>
            <a:t>from 2004 to 2005</a:t>
          </a:r>
        </a:p>
      </dgm:t>
    </dgm:pt>
    <dgm:pt modelId="{AB1476E8-C22B-4EE8-8FB5-5BE07FCCC6A4}" type="parTrans" cxnId="{F8C3ED74-3CA6-4E3E-A22C-70B5794A8723}">
      <dgm:prSet/>
      <dgm:spPr/>
      <dgm:t>
        <a:bodyPr/>
        <a:lstStyle/>
        <a:p>
          <a:endParaRPr lang="en-US"/>
        </a:p>
      </dgm:t>
    </dgm:pt>
    <dgm:pt modelId="{4579B38F-078E-48FB-9C4D-8A7DF997BA90}" type="sibTrans" cxnId="{F8C3ED74-3CA6-4E3E-A22C-70B5794A8723}">
      <dgm:prSet/>
      <dgm:spPr/>
      <dgm:t>
        <a:bodyPr/>
        <a:lstStyle/>
        <a:p>
          <a:endParaRPr lang="en-US"/>
        </a:p>
      </dgm:t>
    </dgm:pt>
    <dgm:pt modelId="{1161B080-F09D-4D5D-ADE6-13284D462FC7}">
      <dgm:prSet/>
      <dgm:spPr/>
      <dgm:t>
        <a:bodyPr/>
        <a:lstStyle/>
        <a:p>
          <a:pPr>
            <a:defRPr b="1"/>
          </a:pPr>
          <a:r>
            <a:rPr lang="en-US"/>
            <a:t>Analytical Questions:</a:t>
          </a:r>
        </a:p>
      </dgm:t>
    </dgm:pt>
    <dgm:pt modelId="{CED45175-F7B7-463D-B9C2-7B308284B394}" type="parTrans" cxnId="{7FFEB1A2-A663-432C-A2DE-B19A00DFD253}">
      <dgm:prSet/>
      <dgm:spPr/>
      <dgm:t>
        <a:bodyPr/>
        <a:lstStyle/>
        <a:p>
          <a:endParaRPr lang="en-US"/>
        </a:p>
      </dgm:t>
    </dgm:pt>
    <dgm:pt modelId="{4B50F4D2-EBC9-437F-8882-0B99113BE4AA}" type="sibTrans" cxnId="{7FFEB1A2-A663-432C-A2DE-B19A00DFD253}">
      <dgm:prSet/>
      <dgm:spPr/>
      <dgm:t>
        <a:bodyPr/>
        <a:lstStyle/>
        <a:p>
          <a:endParaRPr lang="en-US"/>
        </a:p>
      </dgm:t>
    </dgm:pt>
    <dgm:pt modelId="{14D58C65-D2DB-46A7-8617-F5A07954F33D}">
      <dgm:prSet/>
      <dgm:spPr/>
      <dgm:t>
        <a:bodyPr/>
        <a:lstStyle/>
        <a:p>
          <a:r>
            <a:rPr lang="en-GB" dirty="0"/>
            <a:t>Is it possible to </a:t>
          </a:r>
          <a:r>
            <a:rPr lang="en-GB" b="1" dirty="0"/>
            <a:t>predict future pollution levels</a:t>
          </a:r>
          <a:r>
            <a:rPr lang="en-GB" dirty="0"/>
            <a:t> based on historical data? </a:t>
          </a:r>
          <a:endParaRPr lang="en-US" dirty="0"/>
        </a:p>
      </dgm:t>
    </dgm:pt>
    <dgm:pt modelId="{D04BCCA3-690F-46BE-9023-EEEC4A9F05E4}" type="parTrans" cxnId="{C3E16D68-69D4-4A52-97B5-DA91E843329E}">
      <dgm:prSet/>
      <dgm:spPr/>
      <dgm:t>
        <a:bodyPr/>
        <a:lstStyle/>
        <a:p>
          <a:endParaRPr lang="en-US"/>
        </a:p>
      </dgm:t>
    </dgm:pt>
    <dgm:pt modelId="{7E8D89D9-0AA8-487B-8EAF-E05EA8F76B4B}" type="sibTrans" cxnId="{C3E16D68-69D4-4A52-97B5-DA91E843329E}">
      <dgm:prSet/>
      <dgm:spPr/>
      <dgm:t>
        <a:bodyPr/>
        <a:lstStyle/>
        <a:p>
          <a:endParaRPr lang="en-US"/>
        </a:p>
      </dgm:t>
    </dgm:pt>
    <dgm:pt modelId="{BC9162B7-CF9C-4CD7-AA3E-2C2350542C96}">
      <dgm:prSet/>
      <dgm:spPr/>
      <dgm:t>
        <a:bodyPr/>
        <a:lstStyle/>
        <a:p>
          <a:r>
            <a:rPr lang="en-GB" dirty="0"/>
            <a:t>And can this data be used to </a:t>
          </a:r>
          <a:r>
            <a:rPr lang="en-GB" b="1" dirty="0"/>
            <a:t>inform residents</a:t>
          </a:r>
          <a:r>
            <a:rPr lang="en-GB" dirty="0"/>
            <a:t> of the city about potentially </a:t>
          </a:r>
          <a:r>
            <a:rPr lang="en-GB" b="1" dirty="0"/>
            <a:t>risky times</a:t>
          </a:r>
          <a:r>
            <a:rPr lang="en-GB" dirty="0"/>
            <a:t>, and </a:t>
          </a:r>
          <a:r>
            <a:rPr lang="en-GB" b="1" dirty="0"/>
            <a:t>when to take precautions </a:t>
          </a:r>
          <a:r>
            <a:rPr lang="en-GB" dirty="0"/>
            <a:t>or to avoid going outside without a mask?</a:t>
          </a:r>
          <a:endParaRPr lang="en-US" dirty="0"/>
        </a:p>
      </dgm:t>
    </dgm:pt>
    <dgm:pt modelId="{C0599FB9-C417-4C0E-A469-210AFE54CC7B}" type="parTrans" cxnId="{FD6C581D-0A6F-4190-879B-6BF362A3AE43}">
      <dgm:prSet/>
      <dgm:spPr/>
      <dgm:t>
        <a:bodyPr/>
        <a:lstStyle/>
        <a:p>
          <a:endParaRPr lang="en-US"/>
        </a:p>
      </dgm:t>
    </dgm:pt>
    <dgm:pt modelId="{E8BF303C-C1DF-4194-9BA8-DB9B97C97DFD}" type="sibTrans" cxnId="{FD6C581D-0A6F-4190-879B-6BF362A3AE43}">
      <dgm:prSet/>
      <dgm:spPr/>
      <dgm:t>
        <a:bodyPr/>
        <a:lstStyle/>
        <a:p>
          <a:endParaRPr lang="en-US"/>
        </a:p>
      </dgm:t>
    </dgm:pt>
    <dgm:pt modelId="{70F3B107-A61C-4B61-9E94-CB6B945BF2F7}" type="pres">
      <dgm:prSet presAssocID="{04ECBD6D-44B0-4A0E-BCD5-97B5BA0A86CD}" presName="root" presStyleCnt="0">
        <dgm:presLayoutVars>
          <dgm:dir/>
          <dgm:resizeHandles val="exact"/>
        </dgm:presLayoutVars>
      </dgm:prSet>
      <dgm:spPr/>
    </dgm:pt>
    <dgm:pt modelId="{E18D054F-5F6C-47F5-B11B-FB9755387A61}" type="pres">
      <dgm:prSet presAssocID="{B7E0F70A-AE1C-47F0-A79B-5B45E326DA73}" presName="compNode" presStyleCnt="0"/>
      <dgm:spPr/>
    </dgm:pt>
    <dgm:pt modelId="{FEAB3F2B-DAE4-40F1-B2B1-5DF0F1DA7F7E}" type="pres">
      <dgm:prSet presAssocID="{B7E0F70A-AE1C-47F0-A79B-5B45E326DA7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8C66249-EDF9-404E-BA0A-C2394202AA3E}" type="pres">
      <dgm:prSet presAssocID="{B7E0F70A-AE1C-47F0-A79B-5B45E326DA73}" presName="iconSpace" presStyleCnt="0"/>
      <dgm:spPr/>
    </dgm:pt>
    <dgm:pt modelId="{13D14F1F-DAE9-4130-B252-309413779EF0}" type="pres">
      <dgm:prSet presAssocID="{B7E0F70A-AE1C-47F0-A79B-5B45E326DA73}" presName="parTx" presStyleLbl="revTx" presStyleIdx="0" presStyleCnt="4">
        <dgm:presLayoutVars>
          <dgm:chMax val="0"/>
          <dgm:chPref val="0"/>
        </dgm:presLayoutVars>
      </dgm:prSet>
      <dgm:spPr/>
    </dgm:pt>
    <dgm:pt modelId="{72C06ABE-995E-4B29-9B1B-C92C7AF4F442}" type="pres">
      <dgm:prSet presAssocID="{B7E0F70A-AE1C-47F0-A79B-5B45E326DA73}" presName="txSpace" presStyleCnt="0"/>
      <dgm:spPr/>
    </dgm:pt>
    <dgm:pt modelId="{6F3BCF9A-F273-41A6-91FC-BEC565FC99E1}" type="pres">
      <dgm:prSet presAssocID="{B7E0F70A-AE1C-47F0-A79B-5B45E326DA73}" presName="desTx" presStyleLbl="revTx" presStyleIdx="1" presStyleCnt="4">
        <dgm:presLayoutVars/>
      </dgm:prSet>
      <dgm:spPr/>
    </dgm:pt>
    <dgm:pt modelId="{A76A5FA9-3924-45DA-A080-587923FD739F}" type="pres">
      <dgm:prSet presAssocID="{F380EC32-F33F-440B-A20A-3ADB12C0570A}" presName="sibTrans" presStyleCnt="0"/>
      <dgm:spPr/>
    </dgm:pt>
    <dgm:pt modelId="{141BDCB4-2234-4D8C-B970-93FA918FE083}" type="pres">
      <dgm:prSet presAssocID="{1161B080-F09D-4D5D-ADE6-13284D462FC7}" presName="compNode" presStyleCnt="0"/>
      <dgm:spPr/>
    </dgm:pt>
    <dgm:pt modelId="{CDC2C2C8-59D5-4E86-A85D-96BC71EA8A50}" type="pres">
      <dgm:prSet presAssocID="{1161B080-F09D-4D5D-ADE6-13284D462FC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8754C411-D89B-4244-8238-6BC88018DC52}" type="pres">
      <dgm:prSet presAssocID="{1161B080-F09D-4D5D-ADE6-13284D462FC7}" presName="iconSpace" presStyleCnt="0"/>
      <dgm:spPr/>
    </dgm:pt>
    <dgm:pt modelId="{9D7198F9-E15F-4D1F-91B2-8952BC311860}" type="pres">
      <dgm:prSet presAssocID="{1161B080-F09D-4D5D-ADE6-13284D462FC7}" presName="parTx" presStyleLbl="revTx" presStyleIdx="2" presStyleCnt="4">
        <dgm:presLayoutVars>
          <dgm:chMax val="0"/>
          <dgm:chPref val="0"/>
        </dgm:presLayoutVars>
      </dgm:prSet>
      <dgm:spPr/>
    </dgm:pt>
    <dgm:pt modelId="{FCB0C651-3EAC-451F-89C9-6096308B5D4C}" type="pres">
      <dgm:prSet presAssocID="{1161B080-F09D-4D5D-ADE6-13284D462FC7}" presName="txSpace" presStyleCnt="0"/>
      <dgm:spPr/>
    </dgm:pt>
    <dgm:pt modelId="{1D72C1DE-EF96-4237-A5C9-3885E544328D}" type="pres">
      <dgm:prSet presAssocID="{1161B080-F09D-4D5D-ADE6-13284D462FC7}" presName="desTx" presStyleLbl="revTx" presStyleIdx="3" presStyleCnt="4">
        <dgm:presLayoutVars/>
      </dgm:prSet>
      <dgm:spPr/>
    </dgm:pt>
  </dgm:ptLst>
  <dgm:cxnLst>
    <dgm:cxn modelId="{493B1408-6359-478C-8333-2868CBD6933D}" type="presOf" srcId="{1161B080-F09D-4D5D-ADE6-13284D462FC7}" destId="{9D7198F9-E15F-4D1F-91B2-8952BC311860}" srcOrd="0" destOrd="0" presId="urn:microsoft.com/office/officeart/2018/5/layout/CenteredIconLabelDescriptionList"/>
    <dgm:cxn modelId="{FD6C581D-0A6F-4190-879B-6BF362A3AE43}" srcId="{1161B080-F09D-4D5D-ADE6-13284D462FC7}" destId="{BC9162B7-CF9C-4CD7-AA3E-2C2350542C96}" srcOrd="1" destOrd="0" parTransId="{C0599FB9-C417-4C0E-A469-210AFE54CC7B}" sibTransId="{E8BF303C-C1DF-4194-9BA8-DB9B97C97DFD}"/>
    <dgm:cxn modelId="{C3E16D68-69D4-4A52-97B5-DA91E843329E}" srcId="{1161B080-F09D-4D5D-ADE6-13284D462FC7}" destId="{14D58C65-D2DB-46A7-8617-F5A07954F33D}" srcOrd="0" destOrd="0" parTransId="{D04BCCA3-690F-46BE-9023-EEEC4A9F05E4}" sibTransId="{7E8D89D9-0AA8-487B-8EAF-E05EA8F76B4B}"/>
    <dgm:cxn modelId="{6E994E6C-2BD7-421E-8625-386564C935E2}" type="presOf" srcId="{E881815E-3ECC-4FE4-9445-76A23A88F7AC}" destId="{6F3BCF9A-F273-41A6-91FC-BEC565FC99E1}" srcOrd="0" destOrd="0" presId="urn:microsoft.com/office/officeart/2018/5/layout/CenteredIconLabelDescriptionList"/>
    <dgm:cxn modelId="{F8C3ED74-3CA6-4E3E-A22C-70B5794A8723}" srcId="{B7E0F70A-AE1C-47F0-A79B-5B45E326DA73}" destId="{E881815E-3ECC-4FE4-9445-76A23A88F7AC}" srcOrd="0" destOrd="0" parTransId="{AB1476E8-C22B-4EE8-8FB5-5BE07FCCC6A4}" sibTransId="{4579B38F-078E-48FB-9C4D-8A7DF997BA90}"/>
    <dgm:cxn modelId="{7A81D27B-9014-4137-AF2A-4FE6DEA75CE2}" srcId="{04ECBD6D-44B0-4A0E-BCD5-97B5BA0A86CD}" destId="{B7E0F70A-AE1C-47F0-A79B-5B45E326DA73}" srcOrd="0" destOrd="0" parTransId="{DEDA7964-2281-4AE6-9997-F32D61AB3C30}" sibTransId="{F380EC32-F33F-440B-A20A-3ADB12C0570A}"/>
    <dgm:cxn modelId="{7FFEB1A2-A663-432C-A2DE-B19A00DFD253}" srcId="{04ECBD6D-44B0-4A0E-BCD5-97B5BA0A86CD}" destId="{1161B080-F09D-4D5D-ADE6-13284D462FC7}" srcOrd="1" destOrd="0" parTransId="{CED45175-F7B7-463D-B9C2-7B308284B394}" sibTransId="{4B50F4D2-EBC9-437F-8882-0B99113BE4AA}"/>
    <dgm:cxn modelId="{F4B852D6-59E2-4AF1-A8EE-7D8E121EE8A3}" type="presOf" srcId="{BC9162B7-CF9C-4CD7-AA3E-2C2350542C96}" destId="{1D72C1DE-EF96-4237-A5C9-3885E544328D}" srcOrd="0" destOrd="1" presId="urn:microsoft.com/office/officeart/2018/5/layout/CenteredIconLabelDescriptionList"/>
    <dgm:cxn modelId="{424323DF-71B0-4353-86B3-5B74976888BE}" type="presOf" srcId="{B7E0F70A-AE1C-47F0-A79B-5B45E326DA73}" destId="{13D14F1F-DAE9-4130-B252-309413779EF0}" srcOrd="0" destOrd="0" presId="urn:microsoft.com/office/officeart/2018/5/layout/CenteredIconLabelDescriptionList"/>
    <dgm:cxn modelId="{2D7CB3F6-DC5D-4A02-A5CE-4CDF246FE511}" type="presOf" srcId="{14D58C65-D2DB-46A7-8617-F5A07954F33D}" destId="{1D72C1DE-EF96-4237-A5C9-3885E544328D}" srcOrd="0" destOrd="0" presId="urn:microsoft.com/office/officeart/2018/5/layout/CenteredIconLabelDescriptionList"/>
    <dgm:cxn modelId="{CCE30DFF-7791-44FC-BCE2-18BCED70631F}" type="presOf" srcId="{04ECBD6D-44B0-4A0E-BCD5-97B5BA0A86CD}" destId="{70F3B107-A61C-4B61-9E94-CB6B945BF2F7}" srcOrd="0" destOrd="0" presId="urn:microsoft.com/office/officeart/2018/5/layout/CenteredIconLabelDescriptionList"/>
    <dgm:cxn modelId="{08DF399F-ABC3-487B-8D52-33D4EA867AB4}" type="presParOf" srcId="{70F3B107-A61C-4B61-9E94-CB6B945BF2F7}" destId="{E18D054F-5F6C-47F5-B11B-FB9755387A61}" srcOrd="0" destOrd="0" presId="urn:microsoft.com/office/officeart/2018/5/layout/CenteredIconLabelDescriptionList"/>
    <dgm:cxn modelId="{D046D405-9EDE-4F6C-9D61-4DDB6031E61B}" type="presParOf" srcId="{E18D054F-5F6C-47F5-B11B-FB9755387A61}" destId="{FEAB3F2B-DAE4-40F1-B2B1-5DF0F1DA7F7E}" srcOrd="0" destOrd="0" presId="urn:microsoft.com/office/officeart/2018/5/layout/CenteredIconLabelDescriptionList"/>
    <dgm:cxn modelId="{FEEEBA7C-7AE3-48D5-86AE-7001DC8D07ED}" type="presParOf" srcId="{E18D054F-5F6C-47F5-B11B-FB9755387A61}" destId="{C8C66249-EDF9-404E-BA0A-C2394202AA3E}" srcOrd="1" destOrd="0" presId="urn:microsoft.com/office/officeart/2018/5/layout/CenteredIconLabelDescriptionList"/>
    <dgm:cxn modelId="{9C422E2F-F205-4B29-9D29-368C3440FD80}" type="presParOf" srcId="{E18D054F-5F6C-47F5-B11B-FB9755387A61}" destId="{13D14F1F-DAE9-4130-B252-309413779EF0}" srcOrd="2" destOrd="0" presId="urn:microsoft.com/office/officeart/2018/5/layout/CenteredIconLabelDescriptionList"/>
    <dgm:cxn modelId="{F317F07B-643B-478B-B40D-9B07103659E3}" type="presParOf" srcId="{E18D054F-5F6C-47F5-B11B-FB9755387A61}" destId="{72C06ABE-995E-4B29-9B1B-C92C7AF4F442}" srcOrd="3" destOrd="0" presId="urn:microsoft.com/office/officeart/2018/5/layout/CenteredIconLabelDescriptionList"/>
    <dgm:cxn modelId="{D9FF47AB-80BF-4F62-9441-D852052E7D3A}" type="presParOf" srcId="{E18D054F-5F6C-47F5-B11B-FB9755387A61}" destId="{6F3BCF9A-F273-41A6-91FC-BEC565FC99E1}" srcOrd="4" destOrd="0" presId="urn:microsoft.com/office/officeart/2018/5/layout/CenteredIconLabelDescriptionList"/>
    <dgm:cxn modelId="{494768A0-D8B1-42B2-A8FC-B3176F844A91}" type="presParOf" srcId="{70F3B107-A61C-4B61-9E94-CB6B945BF2F7}" destId="{A76A5FA9-3924-45DA-A080-587923FD739F}" srcOrd="1" destOrd="0" presId="urn:microsoft.com/office/officeart/2018/5/layout/CenteredIconLabelDescriptionList"/>
    <dgm:cxn modelId="{FBF3A465-8AB4-4EEC-A9B2-34AD318FA6A7}" type="presParOf" srcId="{70F3B107-A61C-4B61-9E94-CB6B945BF2F7}" destId="{141BDCB4-2234-4D8C-B970-93FA918FE083}" srcOrd="2" destOrd="0" presId="urn:microsoft.com/office/officeart/2018/5/layout/CenteredIconLabelDescriptionList"/>
    <dgm:cxn modelId="{7EED9723-A573-4E6B-ABF5-7A7E6C248922}" type="presParOf" srcId="{141BDCB4-2234-4D8C-B970-93FA918FE083}" destId="{CDC2C2C8-59D5-4E86-A85D-96BC71EA8A50}" srcOrd="0" destOrd="0" presId="urn:microsoft.com/office/officeart/2018/5/layout/CenteredIconLabelDescriptionList"/>
    <dgm:cxn modelId="{0A334621-D59F-4618-AE1F-B3DB1D72D4D2}" type="presParOf" srcId="{141BDCB4-2234-4D8C-B970-93FA918FE083}" destId="{8754C411-D89B-4244-8238-6BC88018DC52}" srcOrd="1" destOrd="0" presId="urn:microsoft.com/office/officeart/2018/5/layout/CenteredIconLabelDescriptionList"/>
    <dgm:cxn modelId="{A0BE1033-7154-48D0-A433-1DDAEE6F6306}" type="presParOf" srcId="{141BDCB4-2234-4D8C-B970-93FA918FE083}" destId="{9D7198F9-E15F-4D1F-91B2-8952BC311860}" srcOrd="2" destOrd="0" presId="urn:microsoft.com/office/officeart/2018/5/layout/CenteredIconLabelDescriptionList"/>
    <dgm:cxn modelId="{2CCB130F-5556-4012-8165-718B5567331E}" type="presParOf" srcId="{141BDCB4-2234-4D8C-B970-93FA918FE083}" destId="{FCB0C651-3EAC-451F-89C9-6096308B5D4C}" srcOrd="3" destOrd="0" presId="urn:microsoft.com/office/officeart/2018/5/layout/CenteredIconLabelDescriptionList"/>
    <dgm:cxn modelId="{BAEE307E-3A0D-46DC-8519-7028EC540845}" type="presParOf" srcId="{141BDCB4-2234-4D8C-B970-93FA918FE083}" destId="{1D72C1DE-EF96-4237-A5C9-3885E544328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8B6FA9-0CC0-4F8B-B82D-926BAC0DFF54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06D80D-BFC7-4EF4-9F0E-6B659CF9037A}">
      <dgm:prSet custT="1"/>
      <dgm:spPr/>
      <dgm:t>
        <a:bodyPr/>
        <a:lstStyle/>
        <a:p>
          <a:pPr>
            <a:defRPr b="1"/>
          </a:pPr>
          <a:r>
            <a:rPr lang="en-GB" sz="2400" dirty="0"/>
            <a:t>Reduced exposure to pollutants, for:</a:t>
          </a:r>
          <a:endParaRPr lang="en-US" sz="2400" dirty="0"/>
        </a:p>
      </dgm:t>
    </dgm:pt>
    <dgm:pt modelId="{4D7E1844-9C95-47B8-8C87-BC4B2CC1FE61}" type="parTrans" cxnId="{6829E1FB-FC5A-4EFC-884F-60BD975A3279}">
      <dgm:prSet/>
      <dgm:spPr/>
      <dgm:t>
        <a:bodyPr/>
        <a:lstStyle/>
        <a:p>
          <a:endParaRPr lang="en-US" sz="2800"/>
        </a:p>
      </dgm:t>
    </dgm:pt>
    <dgm:pt modelId="{E8255454-D747-4AB5-9588-59788A37F6C8}" type="sibTrans" cxnId="{6829E1FB-FC5A-4EFC-884F-60BD975A3279}">
      <dgm:prSet/>
      <dgm:spPr/>
      <dgm:t>
        <a:bodyPr/>
        <a:lstStyle/>
        <a:p>
          <a:endParaRPr lang="en-US" sz="2800"/>
        </a:p>
      </dgm:t>
    </dgm:pt>
    <dgm:pt modelId="{F9B32237-4965-41E4-91E3-CF7030F0AF00}">
      <dgm:prSet custT="1"/>
      <dgm:spPr/>
      <dgm:t>
        <a:bodyPr/>
        <a:lstStyle/>
        <a:p>
          <a:r>
            <a:rPr lang="en-GB" sz="1800"/>
            <a:t>Those vulnerable due to respiratory conditions</a:t>
          </a:r>
          <a:endParaRPr lang="en-US" sz="1800"/>
        </a:p>
      </dgm:t>
    </dgm:pt>
    <dgm:pt modelId="{9EFCFEF6-037C-47C0-9C49-99186495D1B9}" type="parTrans" cxnId="{189F06AD-17C6-4577-8E32-72FF02C26688}">
      <dgm:prSet/>
      <dgm:spPr/>
      <dgm:t>
        <a:bodyPr/>
        <a:lstStyle/>
        <a:p>
          <a:endParaRPr lang="en-US" sz="2800"/>
        </a:p>
      </dgm:t>
    </dgm:pt>
    <dgm:pt modelId="{C5F2FA47-32B3-4F8E-812C-B48A92A29394}" type="sibTrans" cxnId="{189F06AD-17C6-4577-8E32-72FF02C26688}">
      <dgm:prSet/>
      <dgm:spPr/>
      <dgm:t>
        <a:bodyPr/>
        <a:lstStyle/>
        <a:p>
          <a:endParaRPr lang="en-US" sz="2800"/>
        </a:p>
      </dgm:t>
    </dgm:pt>
    <dgm:pt modelId="{CE94C4A2-163B-4C37-AD5B-5291750D16D1}">
      <dgm:prSet custT="1"/>
      <dgm:spPr/>
      <dgm:t>
        <a:bodyPr/>
        <a:lstStyle/>
        <a:p>
          <a:r>
            <a:rPr lang="en-GB" sz="1800"/>
            <a:t>Young children</a:t>
          </a:r>
          <a:endParaRPr lang="en-US" sz="1800"/>
        </a:p>
      </dgm:t>
    </dgm:pt>
    <dgm:pt modelId="{5F5947AF-91FA-4A73-925D-13248FA0B644}" type="parTrans" cxnId="{CE3B323D-30F0-457D-AD9E-3271D4A9F14C}">
      <dgm:prSet/>
      <dgm:spPr/>
      <dgm:t>
        <a:bodyPr/>
        <a:lstStyle/>
        <a:p>
          <a:endParaRPr lang="en-US" sz="2800"/>
        </a:p>
      </dgm:t>
    </dgm:pt>
    <dgm:pt modelId="{752D8669-BDAB-4A1E-B7EE-393961B84EDD}" type="sibTrans" cxnId="{CE3B323D-30F0-457D-AD9E-3271D4A9F14C}">
      <dgm:prSet/>
      <dgm:spPr/>
      <dgm:t>
        <a:bodyPr/>
        <a:lstStyle/>
        <a:p>
          <a:endParaRPr lang="en-US" sz="2800"/>
        </a:p>
      </dgm:t>
    </dgm:pt>
    <dgm:pt modelId="{BAB18854-96F6-45DB-B1DE-A5EBEE308743}">
      <dgm:prSet custT="1"/>
      <dgm:spPr/>
      <dgm:t>
        <a:bodyPr/>
        <a:lstStyle/>
        <a:p>
          <a:pPr>
            <a:defRPr b="1"/>
          </a:pPr>
          <a:r>
            <a:rPr lang="en-GB" sz="2400"/>
            <a:t>Support for policy and planning initiatives</a:t>
          </a:r>
          <a:endParaRPr lang="en-US" sz="2400"/>
        </a:p>
      </dgm:t>
    </dgm:pt>
    <dgm:pt modelId="{E4C0FC59-221B-4EB4-88A5-19F207187376}" type="parTrans" cxnId="{057B2578-D796-445C-A937-9FD2D7B4673F}">
      <dgm:prSet/>
      <dgm:spPr/>
      <dgm:t>
        <a:bodyPr/>
        <a:lstStyle/>
        <a:p>
          <a:endParaRPr lang="en-US" sz="2800"/>
        </a:p>
      </dgm:t>
    </dgm:pt>
    <dgm:pt modelId="{689628FB-E2CD-48BC-9EEA-8B99B16BB78D}" type="sibTrans" cxnId="{057B2578-D796-445C-A937-9FD2D7B4673F}">
      <dgm:prSet/>
      <dgm:spPr/>
      <dgm:t>
        <a:bodyPr/>
        <a:lstStyle/>
        <a:p>
          <a:endParaRPr lang="en-US" sz="2800"/>
        </a:p>
      </dgm:t>
    </dgm:pt>
    <dgm:pt modelId="{AFA5D82F-E71B-4273-97DC-0D0573F00C23}">
      <dgm:prSet custT="1"/>
      <dgm:spPr/>
      <dgm:t>
        <a:bodyPr/>
        <a:lstStyle/>
        <a:p>
          <a:r>
            <a:rPr lang="en-GB" sz="1800"/>
            <a:t>Implement traffic restrictions when high levels are predicted.</a:t>
          </a:r>
          <a:endParaRPr lang="en-US" sz="1800"/>
        </a:p>
      </dgm:t>
    </dgm:pt>
    <dgm:pt modelId="{D9CF33FC-CEDC-4849-9FB8-C49121B757D6}" type="parTrans" cxnId="{6F51F8C7-B76B-40C1-AEED-9FBEEA14695E}">
      <dgm:prSet/>
      <dgm:spPr/>
      <dgm:t>
        <a:bodyPr/>
        <a:lstStyle/>
        <a:p>
          <a:endParaRPr lang="en-US" sz="2800"/>
        </a:p>
      </dgm:t>
    </dgm:pt>
    <dgm:pt modelId="{9DC2BAEE-4692-4FD2-9B5D-DCD6BDC4D44B}" type="sibTrans" cxnId="{6F51F8C7-B76B-40C1-AEED-9FBEEA14695E}">
      <dgm:prSet/>
      <dgm:spPr/>
      <dgm:t>
        <a:bodyPr/>
        <a:lstStyle/>
        <a:p>
          <a:endParaRPr lang="en-US" sz="2800"/>
        </a:p>
      </dgm:t>
    </dgm:pt>
    <dgm:pt modelId="{8D2BA5BD-4973-4744-ACD1-9EC58543F874}">
      <dgm:prSet custT="1"/>
      <dgm:spPr/>
      <dgm:t>
        <a:bodyPr/>
        <a:lstStyle/>
        <a:p>
          <a:r>
            <a:rPr lang="en-GB" sz="1800"/>
            <a:t>Pedestrian only zones.</a:t>
          </a:r>
          <a:endParaRPr lang="en-US" sz="1800"/>
        </a:p>
      </dgm:t>
    </dgm:pt>
    <dgm:pt modelId="{F89B7629-8E94-4F8D-889F-0EB6A02DC7C7}" type="parTrans" cxnId="{A08B4D84-8337-4BF2-890B-5B87DF78ACAD}">
      <dgm:prSet/>
      <dgm:spPr/>
      <dgm:t>
        <a:bodyPr/>
        <a:lstStyle/>
        <a:p>
          <a:endParaRPr lang="en-US" sz="2800"/>
        </a:p>
      </dgm:t>
    </dgm:pt>
    <dgm:pt modelId="{7BBA0282-F078-4EBC-8416-A78ED0E09F3C}" type="sibTrans" cxnId="{A08B4D84-8337-4BF2-890B-5B87DF78ACAD}">
      <dgm:prSet/>
      <dgm:spPr/>
      <dgm:t>
        <a:bodyPr/>
        <a:lstStyle/>
        <a:p>
          <a:endParaRPr lang="en-US" sz="2800"/>
        </a:p>
      </dgm:t>
    </dgm:pt>
    <dgm:pt modelId="{EDCD37B7-9818-4DBE-918D-EF4A8B8FC038}">
      <dgm:prSet custT="1"/>
      <dgm:spPr/>
      <dgm:t>
        <a:bodyPr/>
        <a:lstStyle/>
        <a:p>
          <a:pPr>
            <a:defRPr b="1"/>
          </a:pPr>
          <a:r>
            <a:rPr lang="en-GB" sz="2400" dirty="0"/>
            <a:t>Increased Public Health Awareness</a:t>
          </a:r>
          <a:endParaRPr lang="en-US" sz="2400" dirty="0"/>
        </a:p>
      </dgm:t>
    </dgm:pt>
    <dgm:pt modelId="{43F4ADE6-3A03-45AF-8B60-C8DEAB877DC7}" type="parTrans" cxnId="{2D2FC82D-A44D-44CF-A429-873A754A2510}">
      <dgm:prSet/>
      <dgm:spPr/>
      <dgm:t>
        <a:bodyPr/>
        <a:lstStyle/>
        <a:p>
          <a:endParaRPr lang="en-US" sz="2800"/>
        </a:p>
      </dgm:t>
    </dgm:pt>
    <dgm:pt modelId="{91881083-0D4A-40AE-BBF5-19B382BF95DD}" type="sibTrans" cxnId="{2D2FC82D-A44D-44CF-A429-873A754A2510}">
      <dgm:prSet/>
      <dgm:spPr/>
      <dgm:t>
        <a:bodyPr/>
        <a:lstStyle/>
        <a:p>
          <a:endParaRPr lang="en-US" sz="2800"/>
        </a:p>
      </dgm:t>
    </dgm:pt>
    <dgm:pt modelId="{9AC443D2-E559-4975-9692-9FCA4034B704}">
      <dgm:prSet custT="1"/>
      <dgm:spPr/>
      <dgm:t>
        <a:bodyPr/>
        <a:lstStyle/>
        <a:p>
          <a:r>
            <a:rPr lang="en-GB" sz="1800"/>
            <a:t>Voluntary reductions by residents. </a:t>
          </a:r>
          <a:endParaRPr lang="en-US" sz="1800"/>
        </a:p>
      </dgm:t>
    </dgm:pt>
    <dgm:pt modelId="{6A6F0C40-0503-4AC5-94C2-1AB35ACBF0CB}" type="parTrans" cxnId="{C93D5824-A2D5-4514-9C4D-0505C47BDCAC}">
      <dgm:prSet/>
      <dgm:spPr/>
      <dgm:t>
        <a:bodyPr/>
        <a:lstStyle/>
        <a:p>
          <a:endParaRPr lang="en-US" sz="2800"/>
        </a:p>
      </dgm:t>
    </dgm:pt>
    <dgm:pt modelId="{C69A8C03-9AEF-4096-BA2A-DFF4A80C9A57}" type="sibTrans" cxnId="{C93D5824-A2D5-4514-9C4D-0505C47BDCAC}">
      <dgm:prSet/>
      <dgm:spPr/>
      <dgm:t>
        <a:bodyPr/>
        <a:lstStyle/>
        <a:p>
          <a:endParaRPr lang="en-US" sz="2800"/>
        </a:p>
      </dgm:t>
    </dgm:pt>
    <dgm:pt modelId="{8DD29F8E-93B4-4CE4-84C2-6332CF7CD7E7}">
      <dgm:prSet custT="1"/>
      <dgm:spPr/>
      <dgm:t>
        <a:bodyPr/>
        <a:lstStyle/>
        <a:p>
          <a:r>
            <a:rPr lang="en-GB" sz="1800"/>
            <a:t>Switching to public transport and/or electric vehicles.</a:t>
          </a:r>
          <a:endParaRPr lang="en-US" sz="1800"/>
        </a:p>
      </dgm:t>
    </dgm:pt>
    <dgm:pt modelId="{FE86CC37-4D83-4B5A-A073-43F02A218EAC}" type="parTrans" cxnId="{840B49BA-6DC5-4ED0-98A5-192FCAAA9BA3}">
      <dgm:prSet/>
      <dgm:spPr/>
      <dgm:t>
        <a:bodyPr/>
        <a:lstStyle/>
        <a:p>
          <a:endParaRPr lang="en-US" sz="2800"/>
        </a:p>
      </dgm:t>
    </dgm:pt>
    <dgm:pt modelId="{39F1C06A-BD1C-44D3-8CEF-F1CE720077BC}" type="sibTrans" cxnId="{840B49BA-6DC5-4ED0-98A5-192FCAAA9BA3}">
      <dgm:prSet/>
      <dgm:spPr/>
      <dgm:t>
        <a:bodyPr/>
        <a:lstStyle/>
        <a:p>
          <a:endParaRPr lang="en-US" sz="2800"/>
        </a:p>
      </dgm:t>
    </dgm:pt>
    <dgm:pt modelId="{8BDD15DC-0CC2-4C69-8F6E-F4C7D71519AC}" type="pres">
      <dgm:prSet presAssocID="{958B6FA9-0CC0-4F8B-B82D-926BAC0DFF54}" presName="root" presStyleCnt="0">
        <dgm:presLayoutVars>
          <dgm:dir/>
          <dgm:resizeHandles val="exact"/>
        </dgm:presLayoutVars>
      </dgm:prSet>
      <dgm:spPr/>
    </dgm:pt>
    <dgm:pt modelId="{450DF8EA-69B3-4BF2-B462-28A703097D6E}" type="pres">
      <dgm:prSet presAssocID="{CE06D80D-BFC7-4EF4-9F0E-6B659CF9037A}" presName="compNode" presStyleCnt="0"/>
      <dgm:spPr/>
    </dgm:pt>
    <dgm:pt modelId="{9F70EE6C-5BDF-4BE2-B44A-3E1BEF91889B}" type="pres">
      <dgm:prSet presAssocID="{CE06D80D-BFC7-4EF4-9F0E-6B659CF903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ungs"/>
        </a:ext>
      </dgm:extLst>
    </dgm:pt>
    <dgm:pt modelId="{D3AF22B7-3C4F-4278-BD93-A29ADB5B85A3}" type="pres">
      <dgm:prSet presAssocID="{CE06D80D-BFC7-4EF4-9F0E-6B659CF9037A}" presName="iconSpace" presStyleCnt="0"/>
      <dgm:spPr/>
    </dgm:pt>
    <dgm:pt modelId="{B6857C42-A675-4122-9CF6-994BB3601C4D}" type="pres">
      <dgm:prSet presAssocID="{CE06D80D-BFC7-4EF4-9F0E-6B659CF9037A}" presName="parTx" presStyleLbl="revTx" presStyleIdx="0" presStyleCnt="6">
        <dgm:presLayoutVars>
          <dgm:chMax val="0"/>
          <dgm:chPref val="0"/>
        </dgm:presLayoutVars>
      </dgm:prSet>
      <dgm:spPr/>
    </dgm:pt>
    <dgm:pt modelId="{8DA23659-AF57-4B09-AA44-88F4A6BF1CD5}" type="pres">
      <dgm:prSet presAssocID="{CE06D80D-BFC7-4EF4-9F0E-6B659CF9037A}" presName="txSpace" presStyleCnt="0"/>
      <dgm:spPr/>
    </dgm:pt>
    <dgm:pt modelId="{C20BDE10-FE61-4829-81B0-F933760F0410}" type="pres">
      <dgm:prSet presAssocID="{CE06D80D-BFC7-4EF4-9F0E-6B659CF9037A}" presName="desTx" presStyleLbl="revTx" presStyleIdx="1" presStyleCnt="6">
        <dgm:presLayoutVars/>
      </dgm:prSet>
      <dgm:spPr/>
    </dgm:pt>
    <dgm:pt modelId="{673D0D7A-1B83-4BF8-8A71-ECDC9DC6A6A8}" type="pres">
      <dgm:prSet presAssocID="{E8255454-D747-4AB5-9588-59788A37F6C8}" presName="sibTrans" presStyleCnt="0"/>
      <dgm:spPr/>
    </dgm:pt>
    <dgm:pt modelId="{03735096-9032-4B42-BA0D-B0C37C7D762D}" type="pres">
      <dgm:prSet presAssocID="{BAB18854-96F6-45DB-B1DE-A5EBEE308743}" presName="compNode" presStyleCnt="0"/>
      <dgm:spPr/>
    </dgm:pt>
    <dgm:pt modelId="{4DB97967-37C3-4225-9D78-894B6EE9A9E7}" type="pres">
      <dgm:prSet presAssocID="{BAB18854-96F6-45DB-B1DE-A5EBEE3087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E0C22E33-9EE1-48A0-80CF-4AB68BD98C1B}" type="pres">
      <dgm:prSet presAssocID="{BAB18854-96F6-45DB-B1DE-A5EBEE308743}" presName="iconSpace" presStyleCnt="0"/>
      <dgm:spPr/>
    </dgm:pt>
    <dgm:pt modelId="{FF9432EE-61B6-4628-AF05-0EFBA8929414}" type="pres">
      <dgm:prSet presAssocID="{BAB18854-96F6-45DB-B1DE-A5EBEE308743}" presName="parTx" presStyleLbl="revTx" presStyleIdx="2" presStyleCnt="6">
        <dgm:presLayoutVars>
          <dgm:chMax val="0"/>
          <dgm:chPref val="0"/>
        </dgm:presLayoutVars>
      </dgm:prSet>
      <dgm:spPr/>
    </dgm:pt>
    <dgm:pt modelId="{973B006A-1C60-4EA6-B636-BAEDDE456EFB}" type="pres">
      <dgm:prSet presAssocID="{BAB18854-96F6-45DB-B1DE-A5EBEE308743}" presName="txSpace" presStyleCnt="0"/>
      <dgm:spPr/>
    </dgm:pt>
    <dgm:pt modelId="{322936CB-652B-4E0C-B582-548C43DD7C52}" type="pres">
      <dgm:prSet presAssocID="{BAB18854-96F6-45DB-B1DE-A5EBEE308743}" presName="desTx" presStyleLbl="revTx" presStyleIdx="3" presStyleCnt="6">
        <dgm:presLayoutVars/>
      </dgm:prSet>
      <dgm:spPr/>
    </dgm:pt>
    <dgm:pt modelId="{84EBC559-AD12-4FC6-805D-7FC9A7029989}" type="pres">
      <dgm:prSet presAssocID="{689628FB-E2CD-48BC-9EEA-8B99B16BB78D}" presName="sibTrans" presStyleCnt="0"/>
      <dgm:spPr/>
    </dgm:pt>
    <dgm:pt modelId="{486C7080-F995-483C-B893-1B9735E2EFD9}" type="pres">
      <dgm:prSet presAssocID="{EDCD37B7-9818-4DBE-918D-EF4A8B8FC038}" presName="compNode" presStyleCnt="0"/>
      <dgm:spPr/>
    </dgm:pt>
    <dgm:pt modelId="{8CD338ED-9967-46EA-AB26-713AFE411ABE}" type="pres">
      <dgm:prSet presAssocID="{EDCD37B7-9818-4DBE-918D-EF4A8B8FC0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8ED5DD4B-B7F7-470C-877C-5B6B9A6CD716}" type="pres">
      <dgm:prSet presAssocID="{EDCD37B7-9818-4DBE-918D-EF4A8B8FC038}" presName="iconSpace" presStyleCnt="0"/>
      <dgm:spPr/>
    </dgm:pt>
    <dgm:pt modelId="{5BCCE45F-E69C-49F6-9B0C-0D2DC9FB3C4F}" type="pres">
      <dgm:prSet presAssocID="{EDCD37B7-9818-4DBE-918D-EF4A8B8FC038}" presName="parTx" presStyleLbl="revTx" presStyleIdx="4" presStyleCnt="6">
        <dgm:presLayoutVars>
          <dgm:chMax val="0"/>
          <dgm:chPref val="0"/>
        </dgm:presLayoutVars>
      </dgm:prSet>
      <dgm:spPr/>
    </dgm:pt>
    <dgm:pt modelId="{44E94D59-7516-4C10-8415-5A63FB9A7C98}" type="pres">
      <dgm:prSet presAssocID="{EDCD37B7-9818-4DBE-918D-EF4A8B8FC038}" presName="txSpace" presStyleCnt="0"/>
      <dgm:spPr/>
    </dgm:pt>
    <dgm:pt modelId="{C0691140-13DB-44EA-B1D6-7E77DB5F1041}" type="pres">
      <dgm:prSet presAssocID="{EDCD37B7-9818-4DBE-918D-EF4A8B8FC038}" presName="desTx" presStyleLbl="revTx" presStyleIdx="5" presStyleCnt="6">
        <dgm:presLayoutVars/>
      </dgm:prSet>
      <dgm:spPr/>
    </dgm:pt>
  </dgm:ptLst>
  <dgm:cxnLst>
    <dgm:cxn modelId="{6AB8D210-D9DC-4864-9931-4D7191085FC1}" type="presOf" srcId="{F9B32237-4965-41E4-91E3-CF7030F0AF00}" destId="{C20BDE10-FE61-4829-81B0-F933760F0410}" srcOrd="0" destOrd="0" presId="urn:microsoft.com/office/officeart/2018/5/layout/CenteredIconLabelDescriptionList"/>
    <dgm:cxn modelId="{C93D5824-A2D5-4514-9C4D-0505C47BDCAC}" srcId="{EDCD37B7-9818-4DBE-918D-EF4A8B8FC038}" destId="{9AC443D2-E559-4975-9692-9FCA4034B704}" srcOrd="0" destOrd="0" parTransId="{6A6F0C40-0503-4AC5-94C2-1AB35ACBF0CB}" sibTransId="{C69A8C03-9AEF-4096-BA2A-DFF4A80C9A57}"/>
    <dgm:cxn modelId="{2D2FC82D-A44D-44CF-A429-873A754A2510}" srcId="{958B6FA9-0CC0-4F8B-B82D-926BAC0DFF54}" destId="{EDCD37B7-9818-4DBE-918D-EF4A8B8FC038}" srcOrd="2" destOrd="0" parTransId="{43F4ADE6-3A03-45AF-8B60-C8DEAB877DC7}" sibTransId="{91881083-0D4A-40AE-BBF5-19B382BF95DD}"/>
    <dgm:cxn modelId="{B343CE36-9EE2-48B7-95BA-D61A20D872A9}" type="presOf" srcId="{EDCD37B7-9818-4DBE-918D-EF4A8B8FC038}" destId="{5BCCE45F-E69C-49F6-9B0C-0D2DC9FB3C4F}" srcOrd="0" destOrd="0" presId="urn:microsoft.com/office/officeart/2018/5/layout/CenteredIconLabelDescriptionList"/>
    <dgm:cxn modelId="{CE3B323D-30F0-457D-AD9E-3271D4A9F14C}" srcId="{CE06D80D-BFC7-4EF4-9F0E-6B659CF9037A}" destId="{CE94C4A2-163B-4C37-AD5B-5291750D16D1}" srcOrd="1" destOrd="0" parTransId="{5F5947AF-91FA-4A73-925D-13248FA0B644}" sibTransId="{752D8669-BDAB-4A1E-B7EE-393961B84EDD}"/>
    <dgm:cxn modelId="{A618904C-A35F-425F-9303-64446A03FB6D}" type="presOf" srcId="{CE06D80D-BFC7-4EF4-9F0E-6B659CF9037A}" destId="{B6857C42-A675-4122-9CF6-994BB3601C4D}" srcOrd="0" destOrd="0" presId="urn:microsoft.com/office/officeart/2018/5/layout/CenteredIconLabelDescriptionList"/>
    <dgm:cxn modelId="{ECCEBF51-23D8-4F7C-B780-CE744FE4B30B}" type="presOf" srcId="{AFA5D82F-E71B-4273-97DC-0D0573F00C23}" destId="{322936CB-652B-4E0C-B582-548C43DD7C52}" srcOrd="0" destOrd="0" presId="urn:microsoft.com/office/officeart/2018/5/layout/CenteredIconLabelDescriptionList"/>
    <dgm:cxn modelId="{057B2578-D796-445C-A937-9FD2D7B4673F}" srcId="{958B6FA9-0CC0-4F8B-B82D-926BAC0DFF54}" destId="{BAB18854-96F6-45DB-B1DE-A5EBEE308743}" srcOrd="1" destOrd="0" parTransId="{E4C0FC59-221B-4EB4-88A5-19F207187376}" sibTransId="{689628FB-E2CD-48BC-9EEA-8B99B16BB78D}"/>
    <dgm:cxn modelId="{A08B4D84-8337-4BF2-890B-5B87DF78ACAD}" srcId="{BAB18854-96F6-45DB-B1DE-A5EBEE308743}" destId="{8D2BA5BD-4973-4744-ACD1-9EC58543F874}" srcOrd="1" destOrd="0" parTransId="{F89B7629-8E94-4F8D-889F-0EB6A02DC7C7}" sibTransId="{7BBA0282-F078-4EBC-8416-A78ED0E09F3C}"/>
    <dgm:cxn modelId="{038B27A1-8EBE-4181-8709-C57E854F20F0}" type="presOf" srcId="{CE94C4A2-163B-4C37-AD5B-5291750D16D1}" destId="{C20BDE10-FE61-4829-81B0-F933760F0410}" srcOrd="0" destOrd="1" presId="urn:microsoft.com/office/officeart/2018/5/layout/CenteredIconLabelDescriptionList"/>
    <dgm:cxn modelId="{89E2B6AB-708D-4003-B26E-601D24ED03CF}" type="presOf" srcId="{8DD29F8E-93B4-4CE4-84C2-6332CF7CD7E7}" destId="{C0691140-13DB-44EA-B1D6-7E77DB5F1041}" srcOrd="0" destOrd="1" presId="urn:microsoft.com/office/officeart/2018/5/layout/CenteredIconLabelDescriptionList"/>
    <dgm:cxn modelId="{189F06AD-17C6-4577-8E32-72FF02C26688}" srcId="{CE06D80D-BFC7-4EF4-9F0E-6B659CF9037A}" destId="{F9B32237-4965-41E4-91E3-CF7030F0AF00}" srcOrd="0" destOrd="0" parTransId="{9EFCFEF6-037C-47C0-9C49-99186495D1B9}" sibTransId="{C5F2FA47-32B3-4F8E-812C-B48A92A29394}"/>
    <dgm:cxn modelId="{6B0077AF-12CD-49B6-9B7A-7154F28EEBA2}" type="presOf" srcId="{9AC443D2-E559-4975-9692-9FCA4034B704}" destId="{C0691140-13DB-44EA-B1D6-7E77DB5F1041}" srcOrd="0" destOrd="0" presId="urn:microsoft.com/office/officeart/2018/5/layout/CenteredIconLabelDescriptionList"/>
    <dgm:cxn modelId="{687AF7B2-9450-4342-B772-0FF14E2B5738}" type="presOf" srcId="{8D2BA5BD-4973-4744-ACD1-9EC58543F874}" destId="{322936CB-652B-4E0C-B582-548C43DD7C52}" srcOrd="0" destOrd="1" presId="urn:microsoft.com/office/officeart/2018/5/layout/CenteredIconLabelDescriptionList"/>
    <dgm:cxn modelId="{840B49BA-6DC5-4ED0-98A5-192FCAAA9BA3}" srcId="{EDCD37B7-9818-4DBE-918D-EF4A8B8FC038}" destId="{8DD29F8E-93B4-4CE4-84C2-6332CF7CD7E7}" srcOrd="1" destOrd="0" parTransId="{FE86CC37-4D83-4B5A-A073-43F02A218EAC}" sibTransId="{39F1C06A-BD1C-44D3-8CEF-F1CE720077BC}"/>
    <dgm:cxn modelId="{6F51F8C7-B76B-40C1-AEED-9FBEEA14695E}" srcId="{BAB18854-96F6-45DB-B1DE-A5EBEE308743}" destId="{AFA5D82F-E71B-4273-97DC-0D0573F00C23}" srcOrd="0" destOrd="0" parTransId="{D9CF33FC-CEDC-4849-9FB8-C49121B757D6}" sibTransId="{9DC2BAEE-4692-4FD2-9B5D-DCD6BDC4D44B}"/>
    <dgm:cxn modelId="{0EE793E8-AA23-4ACA-A40D-0CDF006DCAAE}" type="presOf" srcId="{958B6FA9-0CC0-4F8B-B82D-926BAC0DFF54}" destId="{8BDD15DC-0CC2-4C69-8F6E-F4C7D71519AC}" srcOrd="0" destOrd="0" presId="urn:microsoft.com/office/officeart/2018/5/layout/CenteredIconLabelDescriptionList"/>
    <dgm:cxn modelId="{9D1397ED-43E2-45AB-84CA-F794E364D000}" type="presOf" srcId="{BAB18854-96F6-45DB-B1DE-A5EBEE308743}" destId="{FF9432EE-61B6-4628-AF05-0EFBA8929414}" srcOrd="0" destOrd="0" presId="urn:microsoft.com/office/officeart/2018/5/layout/CenteredIconLabelDescriptionList"/>
    <dgm:cxn modelId="{6829E1FB-FC5A-4EFC-884F-60BD975A3279}" srcId="{958B6FA9-0CC0-4F8B-B82D-926BAC0DFF54}" destId="{CE06D80D-BFC7-4EF4-9F0E-6B659CF9037A}" srcOrd="0" destOrd="0" parTransId="{4D7E1844-9C95-47B8-8C87-BC4B2CC1FE61}" sibTransId="{E8255454-D747-4AB5-9588-59788A37F6C8}"/>
    <dgm:cxn modelId="{233B0CD5-6FB8-46EA-A519-4A6B93676D0A}" type="presParOf" srcId="{8BDD15DC-0CC2-4C69-8F6E-F4C7D71519AC}" destId="{450DF8EA-69B3-4BF2-B462-28A703097D6E}" srcOrd="0" destOrd="0" presId="urn:microsoft.com/office/officeart/2018/5/layout/CenteredIconLabelDescriptionList"/>
    <dgm:cxn modelId="{6A9BA255-9932-4F42-A7CB-7CB5D581E46C}" type="presParOf" srcId="{450DF8EA-69B3-4BF2-B462-28A703097D6E}" destId="{9F70EE6C-5BDF-4BE2-B44A-3E1BEF91889B}" srcOrd="0" destOrd="0" presId="urn:microsoft.com/office/officeart/2018/5/layout/CenteredIconLabelDescriptionList"/>
    <dgm:cxn modelId="{42082E22-7E42-4524-AF2B-D141BF1BDA3B}" type="presParOf" srcId="{450DF8EA-69B3-4BF2-B462-28A703097D6E}" destId="{D3AF22B7-3C4F-4278-BD93-A29ADB5B85A3}" srcOrd="1" destOrd="0" presId="urn:microsoft.com/office/officeart/2018/5/layout/CenteredIconLabelDescriptionList"/>
    <dgm:cxn modelId="{F6B38AED-9CA5-47E1-BFF1-E4722A286FC8}" type="presParOf" srcId="{450DF8EA-69B3-4BF2-B462-28A703097D6E}" destId="{B6857C42-A675-4122-9CF6-994BB3601C4D}" srcOrd="2" destOrd="0" presId="urn:microsoft.com/office/officeart/2018/5/layout/CenteredIconLabelDescriptionList"/>
    <dgm:cxn modelId="{C5DD10D3-80B7-4D83-A0DA-29CF033B89EE}" type="presParOf" srcId="{450DF8EA-69B3-4BF2-B462-28A703097D6E}" destId="{8DA23659-AF57-4B09-AA44-88F4A6BF1CD5}" srcOrd="3" destOrd="0" presId="urn:microsoft.com/office/officeart/2018/5/layout/CenteredIconLabelDescriptionList"/>
    <dgm:cxn modelId="{66E3ACB8-FC3D-4DF0-9367-318E1BEC7657}" type="presParOf" srcId="{450DF8EA-69B3-4BF2-B462-28A703097D6E}" destId="{C20BDE10-FE61-4829-81B0-F933760F0410}" srcOrd="4" destOrd="0" presId="urn:microsoft.com/office/officeart/2018/5/layout/CenteredIconLabelDescriptionList"/>
    <dgm:cxn modelId="{16A46BBC-DF70-4C9E-9198-6F30E11E94BE}" type="presParOf" srcId="{8BDD15DC-0CC2-4C69-8F6E-F4C7D71519AC}" destId="{673D0D7A-1B83-4BF8-8A71-ECDC9DC6A6A8}" srcOrd="1" destOrd="0" presId="urn:microsoft.com/office/officeart/2018/5/layout/CenteredIconLabelDescriptionList"/>
    <dgm:cxn modelId="{87B22A16-FB64-4A20-B4E5-BEA102D1B7A2}" type="presParOf" srcId="{8BDD15DC-0CC2-4C69-8F6E-F4C7D71519AC}" destId="{03735096-9032-4B42-BA0D-B0C37C7D762D}" srcOrd="2" destOrd="0" presId="urn:microsoft.com/office/officeart/2018/5/layout/CenteredIconLabelDescriptionList"/>
    <dgm:cxn modelId="{EC275AF8-28A9-4CE8-A4CB-A9165443F386}" type="presParOf" srcId="{03735096-9032-4B42-BA0D-B0C37C7D762D}" destId="{4DB97967-37C3-4225-9D78-894B6EE9A9E7}" srcOrd="0" destOrd="0" presId="urn:microsoft.com/office/officeart/2018/5/layout/CenteredIconLabelDescriptionList"/>
    <dgm:cxn modelId="{7B05BBF9-2137-4777-BE24-B16AF1305A69}" type="presParOf" srcId="{03735096-9032-4B42-BA0D-B0C37C7D762D}" destId="{E0C22E33-9EE1-48A0-80CF-4AB68BD98C1B}" srcOrd="1" destOrd="0" presId="urn:microsoft.com/office/officeart/2018/5/layout/CenteredIconLabelDescriptionList"/>
    <dgm:cxn modelId="{2EC2FC54-FB99-467A-9E2D-49B92016E583}" type="presParOf" srcId="{03735096-9032-4B42-BA0D-B0C37C7D762D}" destId="{FF9432EE-61B6-4628-AF05-0EFBA8929414}" srcOrd="2" destOrd="0" presId="urn:microsoft.com/office/officeart/2018/5/layout/CenteredIconLabelDescriptionList"/>
    <dgm:cxn modelId="{09CDDFD7-0CF8-4F71-9B3C-AA83721BE14B}" type="presParOf" srcId="{03735096-9032-4B42-BA0D-B0C37C7D762D}" destId="{973B006A-1C60-4EA6-B636-BAEDDE456EFB}" srcOrd="3" destOrd="0" presId="urn:microsoft.com/office/officeart/2018/5/layout/CenteredIconLabelDescriptionList"/>
    <dgm:cxn modelId="{43A68C7F-3113-45CE-A3B6-C0BE85B8A1F7}" type="presParOf" srcId="{03735096-9032-4B42-BA0D-B0C37C7D762D}" destId="{322936CB-652B-4E0C-B582-548C43DD7C52}" srcOrd="4" destOrd="0" presId="urn:microsoft.com/office/officeart/2018/5/layout/CenteredIconLabelDescriptionList"/>
    <dgm:cxn modelId="{16D4FA62-6098-49CA-AE34-4D6248C61B6F}" type="presParOf" srcId="{8BDD15DC-0CC2-4C69-8F6E-F4C7D71519AC}" destId="{84EBC559-AD12-4FC6-805D-7FC9A7029989}" srcOrd="3" destOrd="0" presId="urn:microsoft.com/office/officeart/2018/5/layout/CenteredIconLabelDescriptionList"/>
    <dgm:cxn modelId="{CDDD9643-20F5-4FC5-8417-988001DFB9AF}" type="presParOf" srcId="{8BDD15DC-0CC2-4C69-8F6E-F4C7D71519AC}" destId="{486C7080-F995-483C-B893-1B9735E2EFD9}" srcOrd="4" destOrd="0" presId="urn:microsoft.com/office/officeart/2018/5/layout/CenteredIconLabelDescriptionList"/>
    <dgm:cxn modelId="{1E61107E-AC51-4E2F-9500-3C0E36D181DD}" type="presParOf" srcId="{486C7080-F995-483C-B893-1B9735E2EFD9}" destId="{8CD338ED-9967-46EA-AB26-713AFE411ABE}" srcOrd="0" destOrd="0" presId="urn:microsoft.com/office/officeart/2018/5/layout/CenteredIconLabelDescriptionList"/>
    <dgm:cxn modelId="{372DC9C0-D4F8-40EA-BEF7-FD716B9EAA82}" type="presParOf" srcId="{486C7080-F995-483C-B893-1B9735E2EFD9}" destId="{8ED5DD4B-B7F7-470C-877C-5B6B9A6CD716}" srcOrd="1" destOrd="0" presId="urn:microsoft.com/office/officeart/2018/5/layout/CenteredIconLabelDescriptionList"/>
    <dgm:cxn modelId="{3EDF8002-AF98-433E-AF9F-E5E50DFC07E1}" type="presParOf" srcId="{486C7080-F995-483C-B893-1B9735E2EFD9}" destId="{5BCCE45F-E69C-49F6-9B0C-0D2DC9FB3C4F}" srcOrd="2" destOrd="0" presId="urn:microsoft.com/office/officeart/2018/5/layout/CenteredIconLabelDescriptionList"/>
    <dgm:cxn modelId="{BA25C389-5E87-4085-B499-0B12A3260575}" type="presParOf" srcId="{486C7080-F995-483C-B893-1B9735E2EFD9}" destId="{44E94D59-7516-4C10-8415-5A63FB9A7C98}" srcOrd="3" destOrd="0" presId="urn:microsoft.com/office/officeart/2018/5/layout/CenteredIconLabelDescriptionList"/>
    <dgm:cxn modelId="{1D6BF9AF-9970-4FAE-8242-8965806AF345}" type="presParOf" srcId="{486C7080-F995-483C-B893-1B9735E2EFD9}" destId="{C0691140-13DB-44EA-B1D6-7E77DB5F1041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CA1690-3F24-4060-AC4A-2912688E0D3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17EC664-289A-43CC-A9C6-9CDFDECD9862}">
      <dgm:prSet/>
      <dgm:spPr/>
      <dgm:t>
        <a:bodyPr/>
        <a:lstStyle/>
        <a:p>
          <a:r>
            <a:rPr lang="en-US"/>
            <a:t>Single Year</a:t>
          </a:r>
        </a:p>
      </dgm:t>
    </dgm:pt>
    <dgm:pt modelId="{4A88EA0C-3376-4474-931E-B1542AB16CA0}" type="parTrans" cxnId="{8428A123-2A70-4082-9A72-6AB27D368091}">
      <dgm:prSet/>
      <dgm:spPr/>
      <dgm:t>
        <a:bodyPr/>
        <a:lstStyle/>
        <a:p>
          <a:endParaRPr lang="en-US"/>
        </a:p>
      </dgm:t>
    </dgm:pt>
    <dgm:pt modelId="{C65A5EC2-FADD-4D50-9D74-CF62DB6ECF78}" type="sibTrans" cxnId="{8428A123-2A70-4082-9A72-6AB27D368091}">
      <dgm:prSet/>
      <dgm:spPr/>
      <dgm:t>
        <a:bodyPr/>
        <a:lstStyle/>
        <a:p>
          <a:endParaRPr lang="en-US"/>
        </a:p>
      </dgm:t>
    </dgm:pt>
    <dgm:pt modelId="{7BE392B7-B9FD-4976-9B51-2DC2FC33B889}">
      <dgm:prSet/>
      <dgm:spPr/>
      <dgm:t>
        <a:bodyPr/>
        <a:lstStyle/>
        <a:p>
          <a:r>
            <a:rPr lang="en-US"/>
            <a:t>Single Sensor</a:t>
          </a:r>
        </a:p>
      </dgm:t>
    </dgm:pt>
    <dgm:pt modelId="{C99C9F3B-F970-45D1-9390-CA3747371AD7}" type="parTrans" cxnId="{0C037199-35E8-4228-8B1F-2C4A3B6C49D2}">
      <dgm:prSet/>
      <dgm:spPr/>
      <dgm:t>
        <a:bodyPr/>
        <a:lstStyle/>
        <a:p>
          <a:endParaRPr lang="en-US"/>
        </a:p>
      </dgm:t>
    </dgm:pt>
    <dgm:pt modelId="{77C8CEB9-80DB-4693-BAD5-1466E7BD5E0E}" type="sibTrans" cxnId="{0C037199-35E8-4228-8B1F-2C4A3B6C49D2}">
      <dgm:prSet/>
      <dgm:spPr/>
      <dgm:t>
        <a:bodyPr/>
        <a:lstStyle/>
        <a:p>
          <a:endParaRPr lang="en-US"/>
        </a:p>
      </dgm:t>
    </dgm:pt>
    <dgm:pt modelId="{CDA16D42-F673-457D-91DE-B0BA763000E7}">
      <dgm:prSet/>
      <dgm:spPr/>
      <dgm:t>
        <a:bodyPr/>
        <a:lstStyle/>
        <a:p>
          <a:r>
            <a:rPr lang="en-US"/>
            <a:t>Sensor failure – missing values</a:t>
          </a:r>
        </a:p>
      </dgm:t>
    </dgm:pt>
    <dgm:pt modelId="{4B36220C-B926-412E-B6D6-EA1FA8DAB37A}" type="parTrans" cxnId="{FF0CC72C-D54F-4734-BDD0-3B1F304CFFBB}">
      <dgm:prSet/>
      <dgm:spPr/>
      <dgm:t>
        <a:bodyPr/>
        <a:lstStyle/>
        <a:p>
          <a:endParaRPr lang="en-US"/>
        </a:p>
      </dgm:t>
    </dgm:pt>
    <dgm:pt modelId="{763C099D-2781-4BD7-8452-D732E7FBDE24}" type="sibTrans" cxnId="{FF0CC72C-D54F-4734-BDD0-3B1F304CFFBB}">
      <dgm:prSet/>
      <dgm:spPr/>
      <dgm:t>
        <a:bodyPr/>
        <a:lstStyle/>
        <a:p>
          <a:endParaRPr lang="en-US"/>
        </a:p>
      </dgm:t>
    </dgm:pt>
    <dgm:pt modelId="{96FAD1A5-3982-41A4-A1BE-41E35E6FBC74}">
      <dgm:prSet/>
      <dgm:spPr/>
      <dgm:t>
        <a:bodyPr/>
        <a:lstStyle/>
        <a:p>
          <a:r>
            <a:rPr lang="en-US"/>
            <a:t>Calibration – poor values</a:t>
          </a:r>
        </a:p>
      </dgm:t>
    </dgm:pt>
    <dgm:pt modelId="{B05B3AF4-1147-4061-8A44-2E7D968968E3}" type="parTrans" cxnId="{F9E927CB-4B9C-433F-9B82-4F948E3562D2}">
      <dgm:prSet/>
      <dgm:spPr/>
      <dgm:t>
        <a:bodyPr/>
        <a:lstStyle/>
        <a:p>
          <a:endParaRPr lang="en-US"/>
        </a:p>
      </dgm:t>
    </dgm:pt>
    <dgm:pt modelId="{3E955DB4-BE98-45F2-809F-EA38FDD52446}" type="sibTrans" cxnId="{F9E927CB-4B9C-433F-9B82-4F948E3562D2}">
      <dgm:prSet/>
      <dgm:spPr/>
      <dgm:t>
        <a:bodyPr/>
        <a:lstStyle/>
        <a:p>
          <a:endParaRPr lang="en-US"/>
        </a:p>
      </dgm:t>
    </dgm:pt>
    <dgm:pt modelId="{863E6E94-0F46-4C82-A7DF-1EAF8D866D56}" type="pres">
      <dgm:prSet presAssocID="{CFCA1690-3F24-4060-AC4A-2912688E0D31}" presName="root" presStyleCnt="0">
        <dgm:presLayoutVars>
          <dgm:dir/>
          <dgm:resizeHandles val="exact"/>
        </dgm:presLayoutVars>
      </dgm:prSet>
      <dgm:spPr/>
    </dgm:pt>
    <dgm:pt modelId="{41818FC1-6D62-4BC1-8166-34C8F192E784}" type="pres">
      <dgm:prSet presAssocID="{CFCA1690-3F24-4060-AC4A-2912688E0D31}" presName="container" presStyleCnt="0">
        <dgm:presLayoutVars>
          <dgm:dir/>
          <dgm:resizeHandles val="exact"/>
        </dgm:presLayoutVars>
      </dgm:prSet>
      <dgm:spPr/>
    </dgm:pt>
    <dgm:pt modelId="{83815692-C3B5-4209-B4F8-03E857F2749D}" type="pres">
      <dgm:prSet presAssocID="{117EC664-289A-43CC-A9C6-9CDFDECD9862}" presName="compNode" presStyleCnt="0"/>
      <dgm:spPr/>
    </dgm:pt>
    <dgm:pt modelId="{5EF75A58-79F5-4E7D-8D7C-565FAA4C86BC}" type="pres">
      <dgm:prSet presAssocID="{117EC664-289A-43CC-A9C6-9CDFDECD9862}" presName="iconBgRect" presStyleLbl="bgShp" presStyleIdx="0" presStyleCnt="4"/>
      <dgm:spPr/>
    </dgm:pt>
    <dgm:pt modelId="{545B08C6-38AD-4C76-9E7D-53C32D3F8E43}" type="pres">
      <dgm:prSet presAssocID="{117EC664-289A-43CC-A9C6-9CDFDECD98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endar"/>
        </a:ext>
      </dgm:extLst>
    </dgm:pt>
    <dgm:pt modelId="{71EA9512-DED9-4EE5-80DB-E22D5A13B62B}" type="pres">
      <dgm:prSet presAssocID="{117EC664-289A-43CC-A9C6-9CDFDECD9862}" presName="spaceRect" presStyleCnt="0"/>
      <dgm:spPr/>
    </dgm:pt>
    <dgm:pt modelId="{FB37E4C5-FD3C-4A33-9148-464BE76D74E2}" type="pres">
      <dgm:prSet presAssocID="{117EC664-289A-43CC-A9C6-9CDFDECD9862}" presName="textRect" presStyleLbl="revTx" presStyleIdx="0" presStyleCnt="4">
        <dgm:presLayoutVars>
          <dgm:chMax val="1"/>
          <dgm:chPref val="1"/>
        </dgm:presLayoutVars>
      </dgm:prSet>
      <dgm:spPr/>
    </dgm:pt>
    <dgm:pt modelId="{3AC16A3F-2255-430F-B71F-A3CEAFC8A86A}" type="pres">
      <dgm:prSet presAssocID="{C65A5EC2-FADD-4D50-9D74-CF62DB6ECF78}" presName="sibTrans" presStyleLbl="sibTrans2D1" presStyleIdx="0" presStyleCnt="0"/>
      <dgm:spPr/>
    </dgm:pt>
    <dgm:pt modelId="{703BFCA2-23E4-40FD-92FA-E7F1D77B5267}" type="pres">
      <dgm:prSet presAssocID="{7BE392B7-B9FD-4976-9B51-2DC2FC33B889}" presName="compNode" presStyleCnt="0"/>
      <dgm:spPr/>
    </dgm:pt>
    <dgm:pt modelId="{27D8D01E-4A1E-41F6-9A65-9125F2906BAC}" type="pres">
      <dgm:prSet presAssocID="{7BE392B7-B9FD-4976-9B51-2DC2FC33B889}" presName="iconBgRect" presStyleLbl="bgShp" presStyleIdx="1" presStyleCnt="4"/>
      <dgm:spPr/>
    </dgm:pt>
    <dgm:pt modelId="{B711888A-A60E-4F1C-B181-D365245414B7}" type="pres">
      <dgm:prSet presAssocID="{7BE392B7-B9FD-4976-9B51-2DC2FC33B88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ing Location Mirrored"/>
        </a:ext>
      </dgm:extLst>
    </dgm:pt>
    <dgm:pt modelId="{A462A661-4688-4F80-A2E6-65006E4510BC}" type="pres">
      <dgm:prSet presAssocID="{7BE392B7-B9FD-4976-9B51-2DC2FC33B889}" presName="spaceRect" presStyleCnt="0"/>
      <dgm:spPr/>
    </dgm:pt>
    <dgm:pt modelId="{4BF99023-1F6B-4678-B814-B3CE8E3EFBA6}" type="pres">
      <dgm:prSet presAssocID="{7BE392B7-B9FD-4976-9B51-2DC2FC33B889}" presName="textRect" presStyleLbl="revTx" presStyleIdx="1" presStyleCnt="4">
        <dgm:presLayoutVars>
          <dgm:chMax val="1"/>
          <dgm:chPref val="1"/>
        </dgm:presLayoutVars>
      </dgm:prSet>
      <dgm:spPr/>
    </dgm:pt>
    <dgm:pt modelId="{F836401C-5192-4104-8FB6-C7FD4BAF3413}" type="pres">
      <dgm:prSet presAssocID="{77C8CEB9-80DB-4693-BAD5-1466E7BD5E0E}" presName="sibTrans" presStyleLbl="sibTrans2D1" presStyleIdx="0" presStyleCnt="0"/>
      <dgm:spPr/>
    </dgm:pt>
    <dgm:pt modelId="{DD226ACC-5F79-432F-8D65-01E8DC9B31C0}" type="pres">
      <dgm:prSet presAssocID="{CDA16D42-F673-457D-91DE-B0BA763000E7}" presName="compNode" presStyleCnt="0"/>
      <dgm:spPr/>
    </dgm:pt>
    <dgm:pt modelId="{F8494368-5ED5-4396-A82D-6317B44AFE38}" type="pres">
      <dgm:prSet presAssocID="{CDA16D42-F673-457D-91DE-B0BA763000E7}" presName="iconBgRect" presStyleLbl="bgShp" presStyleIdx="2" presStyleCnt="4"/>
      <dgm:spPr/>
    </dgm:pt>
    <dgm:pt modelId="{9C7FAD5E-48A9-4902-8976-16962A316CD2}" type="pres">
      <dgm:prSet presAssocID="{CDA16D42-F673-457D-91DE-B0BA763000E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print"/>
        </a:ext>
      </dgm:extLst>
    </dgm:pt>
    <dgm:pt modelId="{012B0A8B-54D2-42A0-B382-6FFCE22D9A24}" type="pres">
      <dgm:prSet presAssocID="{CDA16D42-F673-457D-91DE-B0BA763000E7}" presName="spaceRect" presStyleCnt="0"/>
      <dgm:spPr/>
    </dgm:pt>
    <dgm:pt modelId="{D489D7B5-6E7E-44D9-B2C1-A2057AF2C764}" type="pres">
      <dgm:prSet presAssocID="{CDA16D42-F673-457D-91DE-B0BA763000E7}" presName="textRect" presStyleLbl="revTx" presStyleIdx="2" presStyleCnt="4">
        <dgm:presLayoutVars>
          <dgm:chMax val="1"/>
          <dgm:chPref val="1"/>
        </dgm:presLayoutVars>
      </dgm:prSet>
      <dgm:spPr/>
    </dgm:pt>
    <dgm:pt modelId="{BCC4302B-E59B-460D-9DD4-683FF38930AB}" type="pres">
      <dgm:prSet presAssocID="{763C099D-2781-4BD7-8452-D732E7FBDE24}" presName="sibTrans" presStyleLbl="sibTrans2D1" presStyleIdx="0" presStyleCnt="0"/>
      <dgm:spPr/>
    </dgm:pt>
    <dgm:pt modelId="{1A0C0175-978B-45C4-AF24-FA4CCE45E772}" type="pres">
      <dgm:prSet presAssocID="{96FAD1A5-3982-41A4-A1BE-41E35E6FBC74}" presName="compNode" presStyleCnt="0"/>
      <dgm:spPr/>
    </dgm:pt>
    <dgm:pt modelId="{AB5DDFC0-EC78-42DE-ADF8-82D656CABD72}" type="pres">
      <dgm:prSet presAssocID="{96FAD1A5-3982-41A4-A1BE-41E35E6FBC74}" presName="iconBgRect" presStyleLbl="bgShp" presStyleIdx="3" presStyleCnt="4"/>
      <dgm:spPr/>
    </dgm:pt>
    <dgm:pt modelId="{3CF5D0A4-D59D-4159-8EA5-072A1BF89C64}" type="pres">
      <dgm:prSet presAssocID="{96FAD1A5-3982-41A4-A1BE-41E35E6FBC7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5CF4D6FD-2444-4D30-B2C1-CB408640CA2B}" type="pres">
      <dgm:prSet presAssocID="{96FAD1A5-3982-41A4-A1BE-41E35E6FBC74}" presName="spaceRect" presStyleCnt="0"/>
      <dgm:spPr/>
    </dgm:pt>
    <dgm:pt modelId="{3F139FB2-9656-49DB-98C5-BE81961D3E6E}" type="pres">
      <dgm:prSet presAssocID="{96FAD1A5-3982-41A4-A1BE-41E35E6FBC7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3E7330C-663C-44BD-B1AB-86C4000ED71C}" type="presOf" srcId="{77C8CEB9-80DB-4693-BAD5-1466E7BD5E0E}" destId="{F836401C-5192-4104-8FB6-C7FD4BAF3413}" srcOrd="0" destOrd="0" presId="urn:microsoft.com/office/officeart/2018/2/layout/IconCircleList"/>
    <dgm:cxn modelId="{8428A123-2A70-4082-9A72-6AB27D368091}" srcId="{CFCA1690-3F24-4060-AC4A-2912688E0D31}" destId="{117EC664-289A-43CC-A9C6-9CDFDECD9862}" srcOrd="0" destOrd="0" parTransId="{4A88EA0C-3376-4474-931E-B1542AB16CA0}" sibTransId="{C65A5EC2-FADD-4D50-9D74-CF62DB6ECF78}"/>
    <dgm:cxn modelId="{FF0CC72C-D54F-4734-BDD0-3B1F304CFFBB}" srcId="{CFCA1690-3F24-4060-AC4A-2912688E0D31}" destId="{CDA16D42-F673-457D-91DE-B0BA763000E7}" srcOrd="2" destOrd="0" parTransId="{4B36220C-B926-412E-B6D6-EA1FA8DAB37A}" sibTransId="{763C099D-2781-4BD7-8452-D732E7FBDE24}"/>
    <dgm:cxn modelId="{CF7B9031-24BD-4A4D-BA67-8ADD04088DD8}" type="presOf" srcId="{117EC664-289A-43CC-A9C6-9CDFDECD9862}" destId="{FB37E4C5-FD3C-4A33-9148-464BE76D74E2}" srcOrd="0" destOrd="0" presId="urn:microsoft.com/office/officeart/2018/2/layout/IconCircleList"/>
    <dgm:cxn modelId="{91832F5D-4689-4DC0-B095-09DA9A9C9D5F}" type="presOf" srcId="{C65A5EC2-FADD-4D50-9D74-CF62DB6ECF78}" destId="{3AC16A3F-2255-430F-B71F-A3CEAFC8A86A}" srcOrd="0" destOrd="0" presId="urn:microsoft.com/office/officeart/2018/2/layout/IconCircleList"/>
    <dgm:cxn modelId="{B9A72D71-6BCD-43B7-B3E7-9D7736FF16E6}" type="presOf" srcId="{7BE392B7-B9FD-4976-9B51-2DC2FC33B889}" destId="{4BF99023-1F6B-4678-B814-B3CE8E3EFBA6}" srcOrd="0" destOrd="0" presId="urn:microsoft.com/office/officeart/2018/2/layout/IconCircleList"/>
    <dgm:cxn modelId="{5C08A978-EE21-4246-93DD-D8BA9795D471}" type="presOf" srcId="{CFCA1690-3F24-4060-AC4A-2912688E0D31}" destId="{863E6E94-0F46-4C82-A7DF-1EAF8D866D56}" srcOrd="0" destOrd="0" presId="urn:microsoft.com/office/officeart/2018/2/layout/IconCircleList"/>
    <dgm:cxn modelId="{0C037199-35E8-4228-8B1F-2C4A3B6C49D2}" srcId="{CFCA1690-3F24-4060-AC4A-2912688E0D31}" destId="{7BE392B7-B9FD-4976-9B51-2DC2FC33B889}" srcOrd="1" destOrd="0" parTransId="{C99C9F3B-F970-45D1-9390-CA3747371AD7}" sibTransId="{77C8CEB9-80DB-4693-BAD5-1466E7BD5E0E}"/>
    <dgm:cxn modelId="{3090F8A2-A24A-467C-B364-9F406076C437}" type="presOf" srcId="{CDA16D42-F673-457D-91DE-B0BA763000E7}" destId="{D489D7B5-6E7E-44D9-B2C1-A2057AF2C764}" srcOrd="0" destOrd="0" presId="urn:microsoft.com/office/officeart/2018/2/layout/IconCircleList"/>
    <dgm:cxn modelId="{F6822AA5-B3EC-4648-BA59-A45B83EF6259}" type="presOf" srcId="{96FAD1A5-3982-41A4-A1BE-41E35E6FBC74}" destId="{3F139FB2-9656-49DB-98C5-BE81961D3E6E}" srcOrd="0" destOrd="0" presId="urn:microsoft.com/office/officeart/2018/2/layout/IconCircleList"/>
    <dgm:cxn modelId="{CC31B8C3-30C1-42BC-9A01-232534109CDE}" type="presOf" srcId="{763C099D-2781-4BD7-8452-D732E7FBDE24}" destId="{BCC4302B-E59B-460D-9DD4-683FF38930AB}" srcOrd="0" destOrd="0" presId="urn:microsoft.com/office/officeart/2018/2/layout/IconCircleList"/>
    <dgm:cxn modelId="{F9E927CB-4B9C-433F-9B82-4F948E3562D2}" srcId="{CFCA1690-3F24-4060-AC4A-2912688E0D31}" destId="{96FAD1A5-3982-41A4-A1BE-41E35E6FBC74}" srcOrd="3" destOrd="0" parTransId="{B05B3AF4-1147-4061-8A44-2E7D968968E3}" sibTransId="{3E955DB4-BE98-45F2-809F-EA38FDD52446}"/>
    <dgm:cxn modelId="{BE59713B-8106-4990-9388-705518CBBB24}" type="presParOf" srcId="{863E6E94-0F46-4C82-A7DF-1EAF8D866D56}" destId="{41818FC1-6D62-4BC1-8166-34C8F192E784}" srcOrd="0" destOrd="0" presId="urn:microsoft.com/office/officeart/2018/2/layout/IconCircleList"/>
    <dgm:cxn modelId="{18F1BAF5-3F2E-4404-AC1A-14E566112CD2}" type="presParOf" srcId="{41818FC1-6D62-4BC1-8166-34C8F192E784}" destId="{83815692-C3B5-4209-B4F8-03E857F2749D}" srcOrd="0" destOrd="0" presId="urn:microsoft.com/office/officeart/2018/2/layout/IconCircleList"/>
    <dgm:cxn modelId="{23A793EF-3E57-4499-920D-C1D687C382C1}" type="presParOf" srcId="{83815692-C3B5-4209-B4F8-03E857F2749D}" destId="{5EF75A58-79F5-4E7D-8D7C-565FAA4C86BC}" srcOrd="0" destOrd="0" presId="urn:microsoft.com/office/officeart/2018/2/layout/IconCircleList"/>
    <dgm:cxn modelId="{0948B842-6851-49FD-B028-251DBC09F524}" type="presParOf" srcId="{83815692-C3B5-4209-B4F8-03E857F2749D}" destId="{545B08C6-38AD-4C76-9E7D-53C32D3F8E43}" srcOrd="1" destOrd="0" presId="urn:microsoft.com/office/officeart/2018/2/layout/IconCircleList"/>
    <dgm:cxn modelId="{B623DD11-00D2-49E4-81EE-9A54C98C305F}" type="presParOf" srcId="{83815692-C3B5-4209-B4F8-03E857F2749D}" destId="{71EA9512-DED9-4EE5-80DB-E22D5A13B62B}" srcOrd="2" destOrd="0" presId="urn:microsoft.com/office/officeart/2018/2/layout/IconCircleList"/>
    <dgm:cxn modelId="{F91056C3-8211-4C81-9F23-9E258CEC4F9B}" type="presParOf" srcId="{83815692-C3B5-4209-B4F8-03E857F2749D}" destId="{FB37E4C5-FD3C-4A33-9148-464BE76D74E2}" srcOrd="3" destOrd="0" presId="urn:microsoft.com/office/officeart/2018/2/layout/IconCircleList"/>
    <dgm:cxn modelId="{13081B2C-DECA-4454-AB5E-F440A8398932}" type="presParOf" srcId="{41818FC1-6D62-4BC1-8166-34C8F192E784}" destId="{3AC16A3F-2255-430F-B71F-A3CEAFC8A86A}" srcOrd="1" destOrd="0" presId="urn:microsoft.com/office/officeart/2018/2/layout/IconCircleList"/>
    <dgm:cxn modelId="{6607890C-5C5C-4FF6-B1E0-E4AA0050445A}" type="presParOf" srcId="{41818FC1-6D62-4BC1-8166-34C8F192E784}" destId="{703BFCA2-23E4-40FD-92FA-E7F1D77B5267}" srcOrd="2" destOrd="0" presId="urn:microsoft.com/office/officeart/2018/2/layout/IconCircleList"/>
    <dgm:cxn modelId="{C4A533B2-BB93-4AA3-A8B0-80C5B444FC36}" type="presParOf" srcId="{703BFCA2-23E4-40FD-92FA-E7F1D77B5267}" destId="{27D8D01E-4A1E-41F6-9A65-9125F2906BAC}" srcOrd="0" destOrd="0" presId="urn:microsoft.com/office/officeart/2018/2/layout/IconCircleList"/>
    <dgm:cxn modelId="{E0E0EAF3-EEF2-4B55-8FF4-07D6312A67EA}" type="presParOf" srcId="{703BFCA2-23E4-40FD-92FA-E7F1D77B5267}" destId="{B711888A-A60E-4F1C-B181-D365245414B7}" srcOrd="1" destOrd="0" presId="urn:microsoft.com/office/officeart/2018/2/layout/IconCircleList"/>
    <dgm:cxn modelId="{714C41FC-50C0-409F-A9F1-E0D591D75759}" type="presParOf" srcId="{703BFCA2-23E4-40FD-92FA-E7F1D77B5267}" destId="{A462A661-4688-4F80-A2E6-65006E4510BC}" srcOrd="2" destOrd="0" presId="urn:microsoft.com/office/officeart/2018/2/layout/IconCircleList"/>
    <dgm:cxn modelId="{6B5B3926-5ADD-4ECD-9E28-0A40F8FC7128}" type="presParOf" srcId="{703BFCA2-23E4-40FD-92FA-E7F1D77B5267}" destId="{4BF99023-1F6B-4678-B814-B3CE8E3EFBA6}" srcOrd="3" destOrd="0" presId="urn:microsoft.com/office/officeart/2018/2/layout/IconCircleList"/>
    <dgm:cxn modelId="{534608CA-4CF5-4DDC-9A81-BC37DE958B81}" type="presParOf" srcId="{41818FC1-6D62-4BC1-8166-34C8F192E784}" destId="{F836401C-5192-4104-8FB6-C7FD4BAF3413}" srcOrd="3" destOrd="0" presId="urn:microsoft.com/office/officeart/2018/2/layout/IconCircleList"/>
    <dgm:cxn modelId="{1AFB56AA-2C79-4ED0-9945-34358CAD3B3F}" type="presParOf" srcId="{41818FC1-6D62-4BC1-8166-34C8F192E784}" destId="{DD226ACC-5F79-432F-8D65-01E8DC9B31C0}" srcOrd="4" destOrd="0" presId="urn:microsoft.com/office/officeart/2018/2/layout/IconCircleList"/>
    <dgm:cxn modelId="{1F64C4D7-8D34-4070-9C15-BFA1FA70715D}" type="presParOf" srcId="{DD226ACC-5F79-432F-8D65-01E8DC9B31C0}" destId="{F8494368-5ED5-4396-A82D-6317B44AFE38}" srcOrd="0" destOrd="0" presId="urn:microsoft.com/office/officeart/2018/2/layout/IconCircleList"/>
    <dgm:cxn modelId="{05EBDE7B-13AF-449B-B2AE-823B54BF3901}" type="presParOf" srcId="{DD226ACC-5F79-432F-8D65-01E8DC9B31C0}" destId="{9C7FAD5E-48A9-4902-8976-16962A316CD2}" srcOrd="1" destOrd="0" presId="urn:microsoft.com/office/officeart/2018/2/layout/IconCircleList"/>
    <dgm:cxn modelId="{8308914C-32AA-4B33-AFB3-8B70CE2C8AB3}" type="presParOf" srcId="{DD226ACC-5F79-432F-8D65-01E8DC9B31C0}" destId="{012B0A8B-54D2-42A0-B382-6FFCE22D9A24}" srcOrd="2" destOrd="0" presId="urn:microsoft.com/office/officeart/2018/2/layout/IconCircleList"/>
    <dgm:cxn modelId="{C47A57B3-F4B7-4699-9BB6-797471643705}" type="presParOf" srcId="{DD226ACC-5F79-432F-8D65-01E8DC9B31C0}" destId="{D489D7B5-6E7E-44D9-B2C1-A2057AF2C764}" srcOrd="3" destOrd="0" presId="urn:microsoft.com/office/officeart/2018/2/layout/IconCircleList"/>
    <dgm:cxn modelId="{2F5785EA-C977-4A50-8E36-8E82A7120545}" type="presParOf" srcId="{41818FC1-6D62-4BC1-8166-34C8F192E784}" destId="{BCC4302B-E59B-460D-9DD4-683FF38930AB}" srcOrd="5" destOrd="0" presId="urn:microsoft.com/office/officeart/2018/2/layout/IconCircleList"/>
    <dgm:cxn modelId="{7B77D367-0051-4D7C-8792-6554EAEDAA10}" type="presParOf" srcId="{41818FC1-6D62-4BC1-8166-34C8F192E784}" destId="{1A0C0175-978B-45C4-AF24-FA4CCE45E772}" srcOrd="6" destOrd="0" presId="urn:microsoft.com/office/officeart/2018/2/layout/IconCircleList"/>
    <dgm:cxn modelId="{662F3685-B4E5-451C-A85F-2AA99B53FB24}" type="presParOf" srcId="{1A0C0175-978B-45C4-AF24-FA4CCE45E772}" destId="{AB5DDFC0-EC78-42DE-ADF8-82D656CABD72}" srcOrd="0" destOrd="0" presId="urn:microsoft.com/office/officeart/2018/2/layout/IconCircleList"/>
    <dgm:cxn modelId="{B719BCAF-5B87-463D-BF13-D6C0032B32E6}" type="presParOf" srcId="{1A0C0175-978B-45C4-AF24-FA4CCE45E772}" destId="{3CF5D0A4-D59D-4159-8EA5-072A1BF89C64}" srcOrd="1" destOrd="0" presId="urn:microsoft.com/office/officeart/2018/2/layout/IconCircleList"/>
    <dgm:cxn modelId="{15692786-181D-45BC-AF6C-986D0CC7B31A}" type="presParOf" srcId="{1A0C0175-978B-45C4-AF24-FA4CCE45E772}" destId="{5CF4D6FD-2444-4D30-B2C1-CB408640CA2B}" srcOrd="2" destOrd="0" presId="urn:microsoft.com/office/officeart/2018/2/layout/IconCircleList"/>
    <dgm:cxn modelId="{D22945CD-99D5-466B-A52D-81881C806A50}" type="presParOf" srcId="{1A0C0175-978B-45C4-AF24-FA4CCE45E772}" destId="{3F139FB2-9656-49DB-98C5-BE81961D3E6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70A77-5CCF-4FE1-8B73-85892BCF188D}">
      <dsp:nvSpPr>
        <dsp:cNvPr id="0" name=""/>
        <dsp:cNvSpPr/>
      </dsp:nvSpPr>
      <dsp:spPr>
        <a:xfrm>
          <a:off x="828914" y="865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03601-EDF1-4251-8A3E-CD5313DB3D88}">
      <dsp:nvSpPr>
        <dsp:cNvPr id="0" name=""/>
        <dsp:cNvSpPr/>
      </dsp:nvSpPr>
      <dsp:spPr>
        <a:xfrm>
          <a:off x="333914" y="196920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Choosing a Relevant Question</a:t>
          </a:r>
          <a:endParaRPr lang="en-US" sz="2000" kern="1200"/>
        </a:p>
      </dsp:txBody>
      <dsp:txXfrm>
        <a:off x="333914" y="1969202"/>
        <a:ext cx="1800000" cy="855000"/>
      </dsp:txXfrm>
    </dsp:sp>
    <dsp:sp modelId="{7793A0D1-5C0A-4C2D-9AB0-437DC9857B30}">
      <dsp:nvSpPr>
        <dsp:cNvPr id="0" name=""/>
        <dsp:cNvSpPr/>
      </dsp:nvSpPr>
      <dsp:spPr>
        <a:xfrm>
          <a:off x="2943914" y="865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3BCDA-B5E1-4DE4-B631-75124A669022}">
      <dsp:nvSpPr>
        <dsp:cNvPr id="0" name=""/>
        <dsp:cNvSpPr/>
      </dsp:nvSpPr>
      <dsp:spPr>
        <a:xfrm>
          <a:off x="2448914" y="196920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Reference Resources</a:t>
          </a:r>
          <a:endParaRPr lang="en-US" sz="2000" kern="1200"/>
        </a:p>
      </dsp:txBody>
      <dsp:txXfrm>
        <a:off x="2448914" y="1969202"/>
        <a:ext cx="1800000" cy="855000"/>
      </dsp:txXfrm>
    </dsp:sp>
    <dsp:sp modelId="{B34CD339-D9CB-4956-9214-CCABB272655A}">
      <dsp:nvSpPr>
        <dsp:cNvPr id="0" name=""/>
        <dsp:cNvSpPr/>
      </dsp:nvSpPr>
      <dsp:spPr>
        <a:xfrm>
          <a:off x="5058914" y="865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9C4514-7C75-4710-9292-5ECA63E24299}">
      <dsp:nvSpPr>
        <dsp:cNvPr id="0" name=""/>
        <dsp:cNvSpPr/>
      </dsp:nvSpPr>
      <dsp:spPr>
        <a:xfrm>
          <a:off x="4563914" y="196920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Preprocessing Challenges</a:t>
          </a:r>
          <a:endParaRPr lang="en-US" sz="2000" kern="1200"/>
        </a:p>
      </dsp:txBody>
      <dsp:txXfrm>
        <a:off x="4563914" y="1969202"/>
        <a:ext cx="1800000" cy="855000"/>
      </dsp:txXfrm>
    </dsp:sp>
    <dsp:sp modelId="{0DA2E5C6-5718-4C19-97A9-8B7FA5E63418}">
      <dsp:nvSpPr>
        <dsp:cNvPr id="0" name=""/>
        <dsp:cNvSpPr/>
      </dsp:nvSpPr>
      <dsp:spPr>
        <a:xfrm>
          <a:off x="7173914" y="865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2169D-8162-456C-AF15-86F0E09D0AED}">
      <dsp:nvSpPr>
        <dsp:cNvPr id="0" name=""/>
        <dsp:cNvSpPr/>
      </dsp:nvSpPr>
      <dsp:spPr>
        <a:xfrm>
          <a:off x="6678914" y="196920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Answering the Question: </a:t>
          </a:r>
          <a:br>
            <a:rPr lang="en-GB" sz="2000" kern="1200" dirty="0"/>
          </a:br>
          <a:r>
            <a:rPr lang="en-GB" sz="2000" kern="1200" dirty="0"/>
            <a:t>Data Analysis</a:t>
          </a:r>
          <a:endParaRPr lang="en-US" sz="2000" kern="1200" dirty="0"/>
        </a:p>
      </dsp:txBody>
      <dsp:txXfrm>
        <a:off x="6678914" y="1969202"/>
        <a:ext cx="1800000" cy="855000"/>
      </dsp:txXfrm>
    </dsp:sp>
    <dsp:sp modelId="{8D014449-AE4E-42B8-911F-4A12F8E32528}">
      <dsp:nvSpPr>
        <dsp:cNvPr id="0" name=""/>
        <dsp:cNvSpPr/>
      </dsp:nvSpPr>
      <dsp:spPr>
        <a:xfrm>
          <a:off x="9288914" y="86520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6F7D6-1C16-4E27-8EC0-73F9F16377E0}">
      <dsp:nvSpPr>
        <dsp:cNvPr id="0" name=""/>
        <dsp:cNvSpPr/>
      </dsp:nvSpPr>
      <dsp:spPr>
        <a:xfrm>
          <a:off x="8793914" y="196920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Limitations of the Dataset</a:t>
          </a:r>
          <a:endParaRPr lang="en-US" sz="2000" kern="1200"/>
        </a:p>
      </dsp:txBody>
      <dsp:txXfrm>
        <a:off x="8793914" y="1969202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B3F2B-DAE4-40F1-B2B1-5DF0F1DA7F7E}">
      <dsp:nvSpPr>
        <dsp:cNvPr id="0" name=""/>
        <dsp:cNvSpPr/>
      </dsp:nvSpPr>
      <dsp:spPr>
        <a:xfrm>
          <a:off x="2169914" y="131352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14F1F-DAE9-4130-B252-309413779EF0}">
      <dsp:nvSpPr>
        <dsp:cNvPr id="0" name=""/>
        <dsp:cNvSpPr/>
      </dsp:nvSpPr>
      <dsp:spPr>
        <a:xfrm>
          <a:off x="765914" y="181234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 dirty="0"/>
            <a:t>The Dataset:</a:t>
          </a:r>
        </a:p>
      </dsp:txBody>
      <dsp:txXfrm>
        <a:off x="765914" y="1812347"/>
        <a:ext cx="4320000" cy="648000"/>
      </dsp:txXfrm>
    </dsp:sp>
    <dsp:sp modelId="{6F3BCF9A-F273-41A6-91FC-BEC565FC99E1}">
      <dsp:nvSpPr>
        <dsp:cNvPr id="0" name=""/>
        <dsp:cNvSpPr/>
      </dsp:nvSpPr>
      <dsp:spPr>
        <a:xfrm>
          <a:off x="765914" y="2538949"/>
          <a:ext cx="4320000" cy="152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One year of pollution sensor readings in an Italian city </a:t>
          </a:r>
          <a:br>
            <a:rPr lang="en-US" sz="2800" kern="1200" dirty="0"/>
          </a:br>
          <a:r>
            <a:rPr lang="en-US" sz="2800" kern="1200" dirty="0"/>
            <a:t>from 2004 to 2005</a:t>
          </a:r>
        </a:p>
      </dsp:txBody>
      <dsp:txXfrm>
        <a:off x="765914" y="2538949"/>
        <a:ext cx="4320000" cy="1522503"/>
      </dsp:txXfrm>
    </dsp:sp>
    <dsp:sp modelId="{CDC2C2C8-59D5-4E86-A85D-96BC71EA8A50}">
      <dsp:nvSpPr>
        <dsp:cNvPr id="0" name=""/>
        <dsp:cNvSpPr/>
      </dsp:nvSpPr>
      <dsp:spPr>
        <a:xfrm>
          <a:off x="7245914" y="131352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198F9-E15F-4D1F-91B2-8952BC311860}">
      <dsp:nvSpPr>
        <dsp:cNvPr id="0" name=""/>
        <dsp:cNvSpPr/>
      </dsp:nvSpPr>
      <dsp:spPr>
        <a:xfrm>
          <a:off x="5841914" y="181234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400" kern="1200"/>
            <a:t>Analytical Questions:</a:t>
          </a:r>
        </a:p>
      </dsp:txBody>
      <dsp:txXfrm>
        <a:off x="5841914" y="1812347"/>
        <a:ext cx="4320000" cy="648000"/>
      </dsp:txXfrm>
    </dsp:sp>
    <dsp:sp modelId="{1D72C1DE-EF96-4237-A5C9-3885E544328D}">
      <dsp:nvSpPr>
        <dsp:cNvPr id="0" name=""/>
        <dsp:cNvSpPr/>
      </dsp:nvSpPr>
      <dsp:spPr>
        <a:xfrm>
          <a:off x="5841914" y="2538949"/>
          <a:ext cx="4320000" cy="1522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Is it possible to </a:t>
          </a:r>
          <a:r>
            <a:rPr lang="en-GB" sz="1700" b="1" kern="1200" dirty="0"/>
            <a:t>predict future pollution levels</a:t>
          </a:r>
          <a:r>
            <a:rPr lang="en-GB" sz="1700" kern="1200" dirty="0"/>
            <a:t> based on historical data? </a:t>
          </a: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And can this data be used to </a:t>
          </a:r>
          <a:r>
            <a:rPr lang="en-GB" sz="1700" b="1" kern="1200" dirty="0"/>
            <a:t>inform residents</a:t>
          </a:r>
          <a:r>
            <a:rPr lang="en-GB" sz="1700" kern="1200" dirty="0"/>
            <a:t> of the city about potentially </a:t>
          </a:r>
          <a:r>
            <a:rPr lang="en-GB" sz="1700" b="1" kern="1200" dirty="0"/>
            <a:t>risky times</a:t>
          </a:r>
          <a:r>
            <a:rPr lang="en-GB" sz="1700" kern="1200" dirty="0"/>
            <a:t>, and </a:t>
          </a:r>
          <a:r>
            <a:rPr lang="en-GB" sz="1700" b="1" kern="1200" dirty="0"/>
            <a:t>when to take precautions </a:t>
          </a:r>
          <a:r>
            <a:rPr lang="en-GB" sz="1700" kern="1200" dirty="0"/>
            <a:t>or to avoid going outside without a mask?</a:t>
          </a:r>
          <a:endParaRPr lang="en-US" sz="1700" kern="1200" dirty="0"/>
        </a:p>
      </dsp:txBody>
      <dsp:txXfrm>
        <a:off x="5841914" y="2538949"/>
        <a:ext cx="4320000" cy="15225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0EE6C-5BDF-4BE2-B44A-3E1BEF91889B}">
      <dsp:nvSpPr>
        <dsp:cNvPr id="0" name=""/>
        <dsp:cNvSpPr/>
      </dsp:nvSpPr>
      <dsp:spPr>
        <a:xfrm>
          <a:off x="1061437" y="534755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857C42-A675-4122-9CF6-994BB3601C4D}">
      <dsp:nvSpPr>
        <dsp:cNvPr id="0" name=""/>
        <dsp:cNvSpPr/>
      </dsp:nvSpPr>
      <dsp:spPr>
        <a:xfrm>
          <a:off x="1582" y="1810439"/>
          <a:ext cx="3261093" cy="6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kern="1200" dirty="0"/>
            <a:t>Reduced exposure to pollutants, for:</a:t>
          </a:r>
          <a:endParaRPr lang="en-US" sz="2400" kern="1200" dirty="0"/>
        </a:p>
      </dsp:txBody>
      <dsp:txXfrm>
        <a:off x="1582" y="1810439"/>
        <a:ext cx="3261093" cy="672600"/>
      </dsp:txXfrm>
    </dsp:sp>
    <dsp:sp modelId="{C20BDE10-FE61-4829-81B0-F933760F0410}">
      <dsp:nvSpPr>
        <dsp:cNvPr id="0" name=""/>
        <dsp:cNvSpPr/>
      </dsp:nvSpPr>
      <dsp:spPr>
        <a:xfrm>
          <a:off x="1582" y="2545506"/>
          <a:ext cx="3261093" cy="1112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Those vulnerable due to respiratory conditions</a:t>
          </a:r>
          <a:endParaRPr lang="en-US" sz="1800" kern="120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Young children</a:t>
          </a:r>
          <a:endParaRPr lang="en-US" sz="1800" kern="1200"/>
        </a:p>
      </dsp:txBody>
      <dsp:txXfrm>
        <a:off x="1582" y="2545506"/>
        <a:ext cx="3261093" cy="1112543"/>
      </dsp:txXfrm>
    </dsp:sp>
    <dsp:sp modelId="{4DB97967-37C3-4225-9D78-894B6EE9A9E7}">
      <dsp:nvSpPr>
        <dsp:cNvPr id="0" name=""/>
        <dsp:cNvSpPr/>
      </dsp:nvSpPr>
      <dsp:spPr>
        <a:xfrm>
          <a:off x="4893223" y="534755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9432EE-61B6-4628-AF05-0EFBA8929414}">
      <dsp:nvSpPr>
        <dsp:cNvPr id="0" name=""/>
        <dsp:cNvSpPr/>
      </dsp:nvSpPr>
      <dsp:spPr>
        <a:xfrm>
          <a:off x="3833367" y="1810439"/>
          <a:ext cx="3261093" cy="6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kern="1200"/>
            <a:t>Support for policy and planning initiatives</a:t>
          </a:r>
          <a:endParaRPr lang="en-US" sz="2400" kern="1200"/>
        </a:p>
      </dsp:txBody>
      <dsp:txXfrm>
        <a:off x="3833367" y="1810439"/>
        <a:ext cx="3261093" cy="672600"/>
      </dsp:txXfrm>
    </dsp:sp>
    <dsp:sp modelId="{322936CB-652B-4E0C-B582-548C43DD7C52}">
      <dsp:nvSpPr>
        <dsp:cNvPr id="0" name=""/>
        <dsp:cNvSpPr/>
      </dsp:nvSpPr>
      <dsp:spPr>
        <a:xfrm>
          <a:off x="3833367" y="2545506"/>
          <a:ext cx="3261093" cy="1112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Implement traffic restrictions when high levels are predicted.</a:t>
          </a:r>
          <a:endParaRPr lang="en-US" sz="1800" kern="120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Pedestrian only zones.</a:t>
          </a:r>
          <a:endParaRPr lang="en-US" sz="1800" kern="1200"/>
        </a:p>
      </dsp:txBody>
      <dsp:txXfrm>
        <a:off x="3833367" y="2545506"/>
        <a:ext cx="3261093" cy="1112543"/>
      </dsp:txXfrm>
    </dsp:sp>
    <dsp:sp modelId="{8CD338ED-9967-46EA-AB26-713AFE411ABE}">
      <dsp:nvSpPr>
        <dsp:cNvPr id="0" name=""/>
        <dsp:cNvSpPr/>
      </dsp:nvSpPr>
      <dsp:spPr>
        <a:xfrm>
          <a:off x="8725008" y="534755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CE45F-E69C-49F6-9B0C-0D2DC9FB3C4F}">
      <dsp:nvSpPr>
        <dsp:cNvPr id="0" name=""/>
        <dsp:cNvSpPr/>
      </dsp:nvSpPr>
      <dsp:spPr>
        <a:xfrm>
          <a:off x="7665152" y="1810439"/>
          <a:ext cx="3261093" cy="672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400" kern="1200" dirty="0"/>
            <a:t>Increased Public Health Awareness</a:t>
          </a:r>
          <a:endParaRPr lang="en-US" sz="2400" kern="1200" dirty="0"/>
        </a:p>
      </dsp:txBody>
      <dsp:txXfrm>
        <a:off x="7665152" y="1810439"/>
        <a:ext cx="3261093" cy="672600"/>
      </dsp:txXfrm>
    </dsp:sp>
    <dsp:sp modelId="{C0691140-13DB-44EA-B1D6-7E77DB5F1041}">
      <dsp:nvSpPr>
        <dsp:cNvPr id="0" name=""/>
        <dsp:cNvSpPr/>
      </dsp:nvSpPr>
      <dsp:spPr>
        <a:xfrm>
          <a:off x="7665152" y="2545506"/>
          <a:ext cx="3261093" cy="1112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Voluntary reductions by residents. </a:t>
          </a:r>
          <a:endParaRPr lang="en-US" sz="1800" kern="120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Switching to public transport and/or electric vehicles.</a:t>
          </a:r>
          <a:endParaRPr lang="en-US" sz="1800" kern="1200"/>
        </a:p>
      </dsp:txBody>
      <dsp:txXfrm>
        <a:off x="7665152" y="2545506"/>
        <a:ext cx="3261093" cy="11125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75A58-79F5-4E7D-8D7C-565FAA4C86BC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B08C6-38AD-4C76-9E7D-53C32D3F8E43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7E4C5-FD3C-4A33-9148-464BE76D74E2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Single Year</a:t>
          </a:r>
        </a:p>
      </dsp:txBody>
      <dsp:txXfrm>
        <a:off x="1834517" y="469890"/>
        <a:ext cx="3148942" cy="1335915"/>
      </dsp:txXfrm>
    </dsp:sp>
    <dsp:sp modelId="{27D8D01E-4A1E-41F6-9A65-9125F2906BAC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1888A-A60E-4F1C-B181-D365245414B7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99023-1F6B-4678-B814-B3CE8E3EFBA6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Single Sensor</a:t>
          </a:r>
        </a:p>
      </dsp:txBody>
      <dsp:txXfrm>
        <a:off x="7154322" y="469890"/>
        <a:ext cx="3148942" cy="1335915"/>
      </dsp:txXfrm>
    </dsp:sp>
    <dsp:sp modelId="{F8494368-5ED5-4396-A82D-6317B44AFE38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FAD5E-48A9-4902-8976-16962A316CD2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9D7B5-6E7E-44D9-B2C1-A2057AF2C764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Sensor failure – missing values</a:t>
          </a:r>
        </a:p>
      </dsp:txBody>
      <dsp:txXfrm>
        <a:off x="1834517" y="2545532"/>
        <a:ext cx="3148942" cy="1335915"/>
      </dsp:txXfrm>
    </dsp:sp>
    <dsp:sp modelId="{AB5DDFC0-EC78-42DE-ADF8-82D656CABD72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5D0A4-D59D-4159-8EA5-072A1BF89C64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39FB2-9656-49DB-98C5-BE81961D3E6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Calibration – poor values</a:t>
          </a:r>
        </a:p>
      </dsp:txBody>
      <dsp:txXfrm>
        <a:off x="7154322" y="2545532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61AF-0729-0449-9820-12AE88C0185A}" type="datetimeFigureOut">
              <a:rPr lang="en-US" smtClean="0"/>
              <a:t>6/2/25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6C747-1210-A448-A00A-5DB36490E5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9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requested in the PRES1 assignment document, this presentation aims to answer: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What is your motivation behind the chosen analytic question relevant to the given dataset?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Which articles, blogs, case studies, etc. did you refer to formulate your data analysis steps and understanding of the domain? You should provide a brief critical evaluation of those materials and methods.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What were the challenges you encountered while pre-processing the data before the actual analysis and how did you overcome those challenges?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What were the major steps taken by you for performing the data analysis in order to answer the chosen question? You should also show your key results.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After working through the given dataset what do you think as the major limitations of this dataset?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6C747-1210-A448-A00A-5DB36490E5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01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solidFill>
                  <a:srgbClr val="FFFFFF"/>
                </a:solidFill>
              </a:rPr>
              <a:t>What can we learn from this dataset?</a:t>
            </a:r>
          </a:p>
          <a:p>
            <a:endParaRPr lang="en-US" sz="1200" dirty="0">
              <a:solidFill>
                <a:srgbClr val="FFFFFF"/>
              </a:solidFill>
            </a:endParaRPr>
          </a:p>
          <a:p>
            <a:r>
              <a:rPr lang="en-US" sz="1200" dirty="0">
                <a:solidFill>
                  <a:srgbClr val="FFFFFF"/>
                </a:solidFill>
              </a:rPr>
              <a:t>The dataset provides a year of data from a pollution sensor in an Italian city.</a:t>
            </a:r>
          </a:p>
          <a:p>
            <a:r>
              <a:rPr lang="en-US" sz="1200" dirty="0">
                <a:solidFill>
                  <a:srgbClr val="FFFFFF"/>
                </a:solidFill>
              </a:rPr>
              <a:t>The data were recorded in 2004 and 2005.</a:t>
            </a:r>
          </a:p>
          <a:p>
            <a:r>
              <a:rPr lang="en-US" sz="1200" dirty="0">
                <a:solidFill>
                  <a:srgbClr val="FFFFFF"/>
                </a:solidFill>
              </a:rPr>
              <a:t>There are a readings from a number of sensors, each tuned to a particular pollutant, along with localized atmospheric readings.</a:t>
            </a:r>
          </a:p>
          <a:p>
            <a:endParaRPr lang="en-US" sz="1200" dirty="0">
              <a:solidFill>
                <a:srgbClr val="FFFFFF"/>
              </a:solidFill>
            </a:endParaRPr>
          </a:p>
          <a:p>
            <a:r>
              <a:rPr lang="en-US" dirty="0"/>
              <a:t>While the dataset is twenty years old, there are a number of relevant questions that can be posed that may have impact even today.</a:t>
            </a:r>
          </a:p>
          <a:p>
            <a:r>
              <a:rPr lang="en-US" dirty="0"/>
              <a:t>The questions that I chose to address were:</a:t>
            </a:r>
          </a:p>
          <a:p>
            <a:endParaRPr lang="en-US" dirty="0"/>
          </a:p>
          <a:p>
            <a:pPr lvl="0"/>
            <a:r>
              <a:rPr lang="en-GB" dirty="0"/>
              <a:t>Is it possible to </a:t>
            </a:r>
            <a:r>
              <a:rPr lang="en-GB" b="1" dirty="0"/>
              <a:t>predict future pollution levels</a:t>
            </a:r>
            <a:r>
              <a:rPr lang="en-GB" dirty="0"/>
              <a:t> based on historical data? </a:t>
            </a:r>
          </a:p>
          <a:p>
            <a:pPr lvl="0"/>
            <a:endParaRPr lang="en-US" dirty="0"/>
          </a:p>
          <a:p>
            <a:pPr lvl="0"/>
            <a:r>
              <a:rPr lang="en-GB" dirty="0"/>
              <a:t>And can this data be used to </a:t>
            </a:r>
            <a:r>
              <a:rPr lang="en-GB" b="1" dirty="0"/>
              <a:t>inform residents</a:t>
            </a:r>
            <a:r>
              <a:rPr lang="en-GB" dirty="0"/>
              <a:t> of the city about potentially </a:t>
            </a:r>
            <a:r>
              <a:rPr lang="en-GB" b="1" dirty="0"/>
              <a:t>risky times</a:t>
            </a:r>
            <a:r>
              <a:rPr lang="en-GB" dirty="0"/>
              <a:t>, and </a:t>
            </a:r>
            <a:r>
              <a:rPr lang="en-GB" b="1" dirty="0"/>
              <a:t>when to take precautions </a:t>
            </a:r>
            <a:r>
              <a:rPr lang="en-GB" dirty="0"/>
              <a:t>or to avoid going outside without a mask?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6C747-1210-A448-A00A-5DB36490E5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08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FCE00-A89D-52A4-7F86-81FFCDCEA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08E74-CF95-5783-E459-FCAB4701E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52454-8018-2F48-7F78-F00AFD3C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50E7-2C1D-D6A6-125A-91DD525B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B83A0-B1D8-37FA-4EAF-3148CE84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2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69B6-D732-3584-FCFF-30707BE74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BB80-A103-31F7-EB9D-D11062FCE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0AD75-2C71-86F0-DF86-554342A0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B5CB-3D4D-0D24-D062-60231566D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D5ED9-F3A7-5C0B-3C50-4BADD9977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9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DEDF-48D0-A181-AAAE-3D19CB3E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3FAAD-CE1D-440C-38CA-4BA58988E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A94FC-599C-76A9-0CB5-66C781D1D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6A4ED-D040-6245-6753-21FC10E80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CD066-AB0F-A737-245B-8271144C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5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E900-60D8-8568-334B-A562A9EED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99215-574F-94F8-E46B-2C2B41A62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6C2E1A-5532-855A-E6FC-7BF5164D4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1D094-725A-16BB-DA24-37E4F79F1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30CFF-81F8-A92B-C75C-2128B7E0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AB65E-7316-ADC3-9639-86947D13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5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1166-3090-55CC-27E5-5150EF6B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0E717-38C2-E81F-5EC0-87FBE17C2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2D5B3-C368-5E93-16CE-DB2665C1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7981F-866F-3027-DC74-D7B3F10847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BAC82-72B6-A266-5BF1-4F70E15E2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16990-88C8-3E94-3D1B-AF0A8253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FCC680-6F0D-4254-CC09-6600E4A10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EFDB2-DB28-0E84-3878-CD4DD4F1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9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69A6-F71B-B1B4-AB19-4056CF8F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2A013-587D-ABCC-0C81-1B3D2C87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897CC-29B5-DB77-857E-DB5190CF4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C7F37-3334-8C65-C253-590DD5F07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0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F6D84-457F-42CC-DE6F-292587C2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20EB2-3ACF-5A61-8AC2-4D7D3A8A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7A0CB-B35B-DD40-B2D0-2133579B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4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970A-C82F-F7AF-E319-EA21274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55AC-24A6-20EB-64D3-DCFC12DB7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1FEB7-0CC9-E89F-99DA-5742736A2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27087-C051-2371-437B-3569C11CA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99C01-5A6E-7DAE-263D-B1FFFBD2F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83515-05DA-6903-728C-B841E7B8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51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0DD1-9BA4-896F-8F64-26340978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B90E03-8300-A0B6-F2D8-490399B3A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606E1-154B-AD06-55E0-322D8E687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FCFA8-6601-4A95-B179-E280758C7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84A6F-1EBF-7E44-4855-98C945A9D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1902-3A04-A597-1372-7249ECC2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68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A0A52-AD4E-BAD3-1C26-F7DD342F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9CEF19-1095-B177-F54E-AD496FCEC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98AD8-A011-1BB8-231C-37F167BC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558D-ECB4-5DB1-09D4-45E307C69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C41F-FD62-9436-475C-46C636890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0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9C04A-57BD-DC7E-08A4-1D56B00C0E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E6321-35D7-2BCD-1943-D2C45680B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2DE49-D349-CA73-AFDE-647775A9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46308-C1D2-6E9C-351A-1B2C77C6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ACF22-65C2-437A-BBB8-E870ED2A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9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94946-EB76-1D96-7497-FB0D0177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AC31F-E6EE-69E4-607D-75E170A38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FC16-340C-3A9D-2EB5-00A8AFAE1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5B3F7-C000-024C-A0AB-B5B513CAF9A5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F1FE-32AD-840A-9DC3-B1C605BFD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A108-A1CD-0932-02D4-9AC9ECAEA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E9D9C-2B0B-554C-A318-875919A9F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6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91020-224D-15B1-8351-48E832CFF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Analysis of Air Quality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594A4-26EE-5901-AB7F-62A5DEDE4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Tom Rowan – ST20285213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DAT5003 – S2_24 - PRES1</a:t>
            </a:r>
          </a:p>
        </p:txBody>
      </p:sp>
    </p:spTree>
    <p:extLst>
      <p:ext uri="{BB962C8B-B14F-4D97-AF65-F5344CB8AC3E}">
        <p14:creationId xmlns:p14="http://schemas.microsoft.com/office/powerpoint/2010/main" val="422545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4D790-AA1B-CC2D-889E-03673B9D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B70CF-F081-E97C-4231-B154A26C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3AC7650-C677-23AC-6D41-9496A7482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0694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657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A2D74-BF7A-7AAC-B58E-E51EAFF2D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E08D7-D979-B221-7370-E7C169C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What can we learn from this dataset?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75A986-198D-F1B1-CB37-E0D35F842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703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599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DDAC4-DF26-C01F-5248-F806FCDB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A2ECF-9340-DC47-C4C7-F056BB60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Potential Impacts from this Study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9B265672-2372-F961-D88B-C7734E072B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9945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91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4E7838-3D22-EFBF-6AD7-603B8E029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B7F108-2DF8-E631-1BF6-00FB60DA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F78CC4-0533-4C88-5780-880675732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0AB0B2-E478-D59B-E669-52FE556C7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D00B02-DDB7-7193-8212-700405750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E93DC6-31D8-3188-F656-6EC278552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5943F-24CF-823C-138E-3A298EB6B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Research and Reference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ABE76-EA38-2F96-C054-F9F123085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UK Gov ”How to”</a:t>
            </a:r>
          </a:p>
          <a:p>
            <a:r>
              <a:rPr lang="en-US" sz="3600" dirty="0"/>
              <a:t>Cited papers from Dataset page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60277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ACA88-E281-F294-A6A1-DEC783E4F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2F919C-9DAD-D53C-16E8-D2E0A1C6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AE708E-21B9-5B80-1772-A6C6FD6EF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7086AA-16DD-84A5-FAC7-CDAB7E17B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A632E8-1BC3-6C92-F1BC-4051D8182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0C14E-325C-47B9-8092-C458480E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0187B1-D18C-62AE-4641-82BC45FB4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Preprocessing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39E5-74E3-020E-FDAC-E517FFAC9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4450467" cy="368335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Missing values</a:t>
            </a:r>
          </a:p>
          <a:p>
            <a:r>
              <a:rPr lang="en-US" sz="3200" dirty="0"/>
              <a:t>Dropped NMHC(GT) from study</a:t>
            </a:r>
          </a:p>
          <a:p>
            <a:r>
              <a:rPr lang="en-US" sz="3200" dirty="0"/>
              <a:t>Filled in by Imputation from surrounding values (KNN Means)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0F723E-62D4-F3A5-3A61-DA752DE66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600008"/>
              </p:ext>
            </p:extLst>
          </p:nvPr>
        </p:nvGraphicFramePr>
        <p:xfrm>
          <a:off x="5995686" y="2120256"/>
          <a:ext cx="541695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456">
                  <a:extLst>
                    <a:ext uri="{9D8B030D-6E8A-4147-A177-3AD203B41FA5}">
                      <a16:colId xmlns:a16="http://schemas.microsoft.com/office/drawing/2014/main" val="3487042163"/>
                    </a:ext>
                  </a:extLst>
                </a:gridCol>
                <a:gridCol w="1781184">
                  <a:extLst>
                    <a:ext uri="{9D8B030D-6E8A-4147-A177-3AD203B41FA5}">
                      <a16:colId xmlns:a16="http://schemas.microsoft.com/office/drawing/2014/main" val="1124094236"/>
                    </a:ext>
                  </a:extLst>
                </a:gridCol>
                <a:gridCol w="949311">
                  <a:extLst>
                    <a:ext uri="{9D8B030D-6E8A-4147-A177-3AD203B41FA5}">
                      <a16:colId xmlns:a16="http://schemas.microsoft.com/office/drawing/2014/main" val="2393723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>
                    <a:solidFill>
                      <a:srgbClr val="0C3A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Values Missing</a:t>
                      </a:r>
                    </a:p>
                  </a:txBody>
                  <a:tcPr>
                    <a:solidFill>
                      <a:srgbClr val="0C3A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</a:t>
                      </a:r>
                    </a:p>
                  </a:txBody>
                  <a:tcPr>
                    <a:solidFill>
                      <a:srgbClr val="0C3A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059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CO(GT)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174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C6H6(GT)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6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C00000"/>
                          </a:solidFill>
                          <a:effectLst/>
                          <a:latin typeface="Menlo" panose="020B0609030804020204" pitchFamily="49" charset="0"/>
                        </a:rPr>
                        <a:t>NMHC(GT) 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8443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90.2%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12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NO2(GT)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34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NOx(GT)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9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PT08.S1(CO)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7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PT08.S2(NMHC)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44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PT08.S3(NOx)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823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PT08.S4(NO2)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95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i="0" dirty="0">
                          <a:solidFill>
                            <a:srgbClr val="000000"/>
                          </a:solidFill>
                          <a:effectLst/>
                          <a:latin typeface="Menlo" panose="020B0609030804020204" pitchFamily="49" charset="0"/>
                        </a:rPr>
                        <a:t>PT08.S5(O3)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147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812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C23EB-08F1-F177-2165-E4E6E52BC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45C697-55C8-0247-B363-7BA461DBD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B73ECF-696E-1BE5-32B9-379E9ACDE0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348B0C-A1D0-6E47-6C19-7991A45EE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DA2DE-175B-72F4-2885-3565F1E8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E9FA6D-CCC7-23AB-F595-89849200E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6BB18-6848-D7C5-0355-32C4C7774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Preprocessing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0494B-782D-2BFA-D674-511E547AA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061" y="1891970"/>
            <a:ext cx="6297210" cy="4443516"/>
          </a:xfrm>
        </p:spPr>
        <p:txBody>
          <a:bodyPr anchor="ctr">
            <a:normAutofit/>
          </a:bodyPr>
          <a:lstStyle/>
          <a:p>
            <a:r>
              <a:rPr lang="en-US" sz="3600" dirty="0"/>
              <a:t>Pollutants correlate positively</a:t>
            </a:r>
          </a:p>
          <a:p>
            <a:r>
              <a:rPr lang="en-US" sz="3600" dirty="0"/>
              <a:t>Except one!</a:t>
            </a:r>
          </a:p>
          <a:p>
            <a:r>
              <a:rPr lang="en-US" sz="3600" dirty="0"/>
              <a:t>Dropped PT08.S3(NOx) from further study</a:t>
            </a:r>
          </a:p>
        </p:txBody>
      </p:sp>
      <p:pic>
        <p:nvPicPr>
          <p:cNvPr id="5" name="Picture 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B80F0318-39FD-079B-C367-36C0E016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59" y="1660874"/>
            <a:ext cx="4863554" cy="490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5CB48-A521-3D19-8035-3EA8BAE7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8D60B9-4B4D-399E-3125-72A13E4D7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427DE7-6297-C13A-2020-9C2CC48B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8AE4A-6DDD-D199-E44D-06490808F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1883ED-6A6B-6505-A512-395A562BC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CE2465-C8E4-2EBB-0BAE-7F05D9693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19783-3086-B846-EDD7-FCFA8EA97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Analysis: Safe Levels?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A9699-96CE-A1AD-5541-6E1C7E043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Safety Breaches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35585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0359A2-FE98-FD1F-E7EB-1351B69E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B4DBF6-C34D-FB85-57E4-CC1C798CF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CE67A-E383-5582-B15B-740E60A2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70BC8-CF77-DF2B-6190-88C4D64CC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C1ADD9-BCBF-58CB-5080-A4FF0EF3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45A15-7B60-B8E7-653F-F64B5612F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E9CE1-5330-35FF-C74F-A36E200ED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Analysis: Patterns in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51B9D-1072-EE37-E024-C516CB36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577" y="2210764"/>
            <a:ext cx="9299134" cy="17230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/>
              <a:t>Heatmaps of any one pollutant, e.g. NOx (GT)</a:t>
            </a:r>
          </a:p>
          <a:p>
            <a:r>
              <a:rPr lang="en-US" sz="2400" dirty="0"/>
              <a:t>More pollution in ‘rush hours’</a:t>
            </a:r>
          </a:p>
          <a:p>
            <a:r>
              <a:rPr lang="en-US" sz="2400" dirty="0"/>
              <a:t>More pollution in cold months</a:t>
            </a:r>
            <a:r>
              <a:rPr lang="en-US" sz="2400" dirty="0">
                <a:highlight>
                  <a:srgbClr val="FFFF00"/>
                </a:highlight>
              </a:rPr>
              <a:t>.  (((REDRAW CHARTS???)))</a:t>
            </a:r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5" name="Picture 4" descr="A chart of a number of colored squares&#10;&#10;AI-generated content may be incorrect.">
            <a:extLst>
              <a:ext uri="{FF2B5EF4-FFF2-40B4-BE49-F238E27FC236}">
                <a16:creationId xmlns:a16="http://schemas.microsoft.com/office/drawing/2014/main" id="{0DE1D700-19A2-DFA1-6734-C4D1543E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15" y="3429000"/>
            <a:ext cx="4437811" cy="3273795"/>
          </a:xfrm>
          <a:prstGeom prst="rect">
            <a:avLst/>
          </a:prstGeom>
        </p:spPr>
      </p:pic>
      <p:pic>
        <p:nvPicPr>
          <p:cNvPr id="7" name="Picture 6" descr="A chart of a number of squares&#10;&#10;AI-generated content may be incorrect.">
            <a:extLst>
              <a:ext uri="{FF2B5EF4-FFF2-40B4-BE49-F238E27FC236}">
                <a16:creationId xmlns:a16="http://schemas.microsoft.com/office/drawing/2014/main" id="{707B4F84-6697-FD42-5C91-DE96B5EB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26" y="3429000"/>
            <a:ext cx="4579726" cy="329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83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1F2B4-AC6D-6B3D-4635-4A8B9C57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4F3804-B3AD-A3CD-25FD-B6DA42790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6AA4C-E5B0-9C11-54E4-6F55A78EE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1EB12C-D08A-D82A-28D4-59F892C4D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BF64B5-2682-553A-D5BC-1D4CB13B7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D815E-7DC2-F9DB-5DE0-381CAD31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41ECD-4146-7652-9DE0-04F10143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Analysis: Statistical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5D2FF-1151-640F-D64A-F3F731813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600" dirty="0"/>
              <a:t>Stuff</a:t>
            </a:r>
          </a:p>
        </p:txBody>
      </p:sp>
    </p:spTree>
    <p:extLst>
      <p:ext uri="{BB962C8B-B14F-4D97-AF65-F5344CB8AC3E}">
        <p14:creationId xmlns:p14="http://schemas.microsoft.com/office/powerpoint/2010/main" val="31773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A9441-8991-6A7D-A51D-48E79075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00183F-5F3C-C93D-0E23-0DB29E89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378321-F7E3-C423-83A3-0CAFE2159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C80F2-07DE-D9C0-7D4F-5C31C1519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9BEFB-AE03-0F6F-7484-95EEA328B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0CE23A-7C75-7594-9E62-158070E6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CC836-AF0F-7248-C813-C69934C8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Limitations in the Dataset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1A830A4-7D27-1C73-8349-84F373FC6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30560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075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643</Words>
  <Application>Microsoft Macintosh PowerPoint</Application>
  <PresentationFormat>Widescreen</PresentationFormat>
  <Paragraphs>103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Menlo</vt:lpstr>
      <vt:lpstr>Office Theme</vt:lpstr>
      <vt:lpstr>Analysis of Air Quality Data</vt:lpstr>
      <vt:lpstr>Agenda</vt:lpstr>
      <vt:lpstr>What can we learn from this dataset?</vt:lpstr>
      <vt:lpstr>Potential Impacts from this Study</vt:lpstr>
      <vt:lpstr>Research and Reference Resources</vt:lpstr>
      <vt:lpstr>Preprocessing Challenges</vt:lpstr>
      <vt:lpstr>Preprocessing Challenges</vt:lpstr>
      <vt:lpstr>Analysis: Safe Levels?</vt:lpstr>
      <vt:lpstr>Analysis: Patterns in the Data</vt:lpstr>
      <vt:lpstr>Analysis: Statistical Predictions</vt:lpstr>
      <vt:lpstr>Limitations in the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Rowan, Tom Fg Off (RAFAC-WW-N1W-1004)</dc:creator>
  <cp:lastModifiedBy>Rowan, Tom Fg Off (RAFAC-WW-N1W-1004)</cp:lastModifiedBy>
  <cp:revision>6</cp:revision>
  <dcterms:created xsi:type="dcterms:W3CDTF">2025-05-28T12:33:28Z</dcterms:created>
  <dcterms:modified xsi:type="dcterms:W3CDTF">2025-06-02T14:43:33Z</dcterms:modified>
</cp:coreProperties>
</file>