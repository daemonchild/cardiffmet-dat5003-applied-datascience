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4"/>
    <p:restoredTop sz="94718"/>
  </p:normalViewPr>
  <p:slideViewPr>
    <p:cSldViewPr snapToGrid="0">
      <p:cViewPr varScale="1">
        <p:scale>
          <a:sx n="114" d="100"/>
          <a:sy n="114" d="100"/>
        </p:scale>
        <p:origin x="168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FCE00-A89D-52A4-7F86-81FFCDCEA0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A08E74-CF95-5783-E459-FCAB4701EA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452454-8018-2F48-7F78-F00AFD3C2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5B3F7-C000-024C-A0AB-B5B513CAF9A5}" type="datetimeFigureOut">
              <a:rPr lang="en-US" smtClean="0"/>
              <a:t>5/28/25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DB50E7-2C1D-D6A6-125A-91DD525B4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FB83A0-B1D8-37FA-4EAF-3148CE84D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7297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869B6-D732-3584-FCFF-30707BE74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7BB80-A103-31F7-EB9D-D11062FCEE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0AD75-2C71-86F0-DF86-554342A01E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5B3F7-C000-024C-A0AB-B5B513CAF9A5}" type="datetimeFigureOut">
              <a:rPr lang="en-US" smtClean="0"/>
              <a:t>5/28/25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19B5CB-3D4D-0D24-D062-60231566D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AD5ED9-F3A7-5C0B-3C50-4BADD9977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5923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BDEDF-48D0-A181-AAAE-3D19CB3E6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E3FAAD-CE1D-440C-38CA-4BA58988EF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FA94FC-599C-76A9-0CB5-66C781D1D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5B3F7-C000-024C-A0AB-B5B513CAF9A5}" type="datetimeFigureOut">
              <a:rPr lang="en-US" smtClean="0"/>
              <a:t>5/28/25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06A4ED-D040-6245-6753-21FC10E80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6CD066-AB0F-A737-245B-8271144CE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6593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CE900-60D8-8568-334B-A562A9EED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F99215-574F-94F8-E46B-2C2B41A623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6C2E1A-5532-855A-E6FC-7BF5164D45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F1D094-725A-16BB-DA24-37E4F79F1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5B3F7-C000-024C-A0AB-B5B513CAF9A5}" type="datetimeFigureOut">
              <a:rPr lang="en-US" smtClean="0"/>
              <a:t>5/28/25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30CFF-81F8-A92B-C75C-2128B7E0B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DAB65E-7316-ADC3-9639-86947D13F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3577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31166-3090-55CC-27E5-5150EF6B8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C0E717-38C2-E81F-5EC0-87FBE17C2A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72D5B3-C368-5E93-16CE-DB2665C1D6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7981F-866F-3027-DC74-D7B3F10847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BBAC82-72B6-A266-5BF1-4F70E15E26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916990-88C8-3E94-3D1B-AF0A82530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5B3F7-C000-024C-A0AB-B5B513CAF9A5}" type="datetimeFigureOut">
              <a:rPr lang="en-US" smtClean="0"/>
              <a:t>5/28/25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FCC680-6F0D-4254-CC09-6600E4A10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F4EFDB2-DB28-0E84-3878-CD4DD4F1B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896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C69A6-F71B-B1B4-AB19-4056CF8F5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C2A013-587D-ABCC-0C81-1B3D2C87A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5B3F7-C000-024C-A0AB-B5B513CAF9A5}" type="datetimeFigureOut">
              <a:rPr lang="en-US" smtClean="0"/>
              <a:t>5/28/25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F897CC-29B5-DB77-857E-DB5190CF4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CC7F37-3334-8C65-C253-590DD5F07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106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BF6D84-457F-42CC-DE6F-292587C23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5B3F7-C000-024C-A0AB-B5B513CAF9A5}" type="datetimeFigureOut">
              <a:rPr lang="en-US" smtClean="0"/>
              <a:t>5/28/25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120EB2-3ACF-5A61-8AC2-4D7D3A8A9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7A0CB-B35B-DD40-B2D0-2133579B5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644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D970A-C82F-F7AF-E319-EA21274E9D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A655AC-24A6-20EB-64D3-DCFC12DB7D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D1FEB7-0CC9-E89F-99DA-5742736A27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827087-C051-2371-437B-3569C11CA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5B3F7-C000-024C-A0AB-B5B513CAF9A5}" type="datetimeFigureOut">
              <a:rPr lang="en-US" smtClean="0"/>
              <a:t>5/28/25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799C01-5A6E-7DAE-263D-B1FFFBD2F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C83515-05DA-6903-728C-B841E7B82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9517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50DD1-9BA4-896F-8F64-263409785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B90E03-8300-A0B6-F2D8-490399B3A3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5606E1-154B-AD06-55E0-322D8E687C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CFCFA8-6601-4A95-B179-E280758C7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5B3F7-C000-024C-A0AB-B5B513CAF9A5}" type="datetimeFigureOut">
              <a:rPr lang="en-US" smtClean="0"/>
              <a:t>5/28/25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E84A6F-1EBF-7E44-4855-98C945A9D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951902-3A04-A597-1372-7249ECC24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688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A0A52-AD4E-BAD3-1C26-F7DD342F03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9CEF19-1095-B177-F54E-AD496FCECC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B98AD8-A011-1BB8-231C-37F167BC8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5B3F7-C000-024C-A0AB-B5B513CAF9A5}" type="datetimeFigureOut">
              <a:rPr lang="en-US" smtClean="0"/>
              <a:t>5/28/25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AB558D-ECB4-5DB1-09D4-45E307C69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C41F-FD62-9436-475C-46C636890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650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CB9C04A-57BD-DC7E-08A4-1D56B00C0E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AE6321-35D7-2BCD-1943-D2C45680B8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52DE49-D349-CA73-AFDE-647775A94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5B3F7-C000-024C-A0AB-B5B513CAF9A5}" type="datetimeFigureOut">
              <a:rPr lang="en-US" smtClean="0"/>
              <a:t>5/28/25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846308-C1D2-6E9C-351A-1B2C77C6D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FACF22-65C2-437A-BBB8-E870ED2A8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09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D94946-EB76-1D96-7497-FB0D01777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5AC31F-E6EE-69E4-607D-75E170A386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EDFC16-340C-3A9D-2EB5-00A8AFAE11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15B3F7-C000-024C-A0AB-B5B513CAF9A5}" type="datetimeFigureOut">
              <a:rPr lang="en-US" smtClean="0"/>
              <a:t>5/28/25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CEF1FE-32AD-840A-9DC3-B1C605BFD9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6A108-A1CD-0932-02D4-9AC9ECAEAB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01607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3C48B49-6135-48B6-AC0F-97E5D8D1F0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B91020-224D-15B1-8351-48E832CFF2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9766" y="1146412"/>
            <a:ext cx="9014348" cy="2402006"/>
          </a:xfrm>
        </p:spPr>
        <p:txBody>
          <a:bodyPr anchor="b">
            <a:normAutofit/>
          </a:bodyPr>
          <a:lstStyle/>
          <a:p>
            <a:pPr algn="l"/>
            <a:r>
              <a:rPr lang="en-US" sz="4800" dirty="0"/>
              <a:t>Analysis of  Air Quality Data</a:t>
            </a:r>
            <a:br>
              <a:rPr lang="en-US" sz="4800" dirty="0"/>
            </a:br>
            <a:endParaRPr lang="en-US" sz="48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8" y="4374554"/>
            <a:ext cx="12192007" cy="248344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40655" y="4374554"/>
            <a:ext cx="4051344" cy="2483446"/>
          </a:xfrm>
          <a:prstGeom prst="rect">
            <a:avLst/>
          </a:prstGeom>
          <a:gradFill>
            <a:gsLst>
              <a:gs pos="4000">
                <a:schemeClr val="accent1">
                  <a:alpha val="21000"/>
                </a:schemeClr>
              </a:gs>
              <a:gs pos="83000">
                <a:schemeClr val="accent1">
                  <a:lumMod val="50000"/>
                  <a:alpha val="61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256AC18-FB41-4977-8B0C-F5082335AB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4379429"/>
            <a:ext cx="12191984" cy="1953928"/>
          </a:xfrm>
          <a:prstGeom prst="rect">
            <a:avLst/>
          </a:prstGeom>
          <a:gradFill>
            <a:gsLst>
              <a:gs pos="32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alpha val="5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8" y="4380927"/>
            <a:ext cx="12192000" cy="2019443"/>
          </a:xfrm>
          <a:prstGeom prst="rect">
            <a:avLst/>
          </a:prstGeom>
          <a:gradFill>
            <a:gsLst>
              <a:gs pos="32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45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C594A4-26EE-5901-AB7F-62A5DEDE4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29765" y="4892722"/>
            <a:ext cx="6387155" cy="1078173"/>
          </a:xfrm>
        </p:spPr>
        <p:txBody>
          <a:bodyPr anchor="ctr">
            <a:normAutofit/>
          </a:bodyPr>
          <a:lstStyle/>
          <a:p>
            <a:pPr algn="l"/>
            <a:r>
              <a:rPr lang="en-US" dirty="0">
                <a:solidFill>
                  <a:srgbClr val="FFFFFF"/>
                </a:solidFill>
              </a:rPr>
              <a:t>Tom Rowan – ST20285213</a:t>
            </a:r>
          </a:p>
          <a:p>
            <a:pPr algn="l"/>
            <a:r>
              <a:rPr lang="en-US" dirty="0">
                <a:solidFill>
                  <a:srgbClr val="FFFFFF"/>
                </a:solidFill>
              </a:rPr>
              <a:t>DAT5003 – S2_24 - PRES1</a:t>
            </a:r>
          </a:p>
        </p:txBody>
      </p:sp>
    </p:spTree>
    <p:extLst>
      <p:ext uri="{BB962C8B-B14F-4D97-AF65-F5344CB8AC3E}">
        <p14:creationId xmlns:p14="http://schemas.microsoft.com/office/powerpoint/2010/main" val="42254514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8AD16F-EA36-138F-C3B3-7DBC69FA7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endParaRPr lang="en-US" sz="400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33AD3E-A41E-1B62-32A3-42D2BD584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15884001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15</Words>
  <Application>Microsoft Macintosh PowerPoint</Application>
  <PresentationFormat>Widescreen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Analysis of  Air Quality Data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Rowan, Tom Fg Off (RAFAC-WW-N1W-1004)</dc:creator>
  <cp:lastModifiedBy>Rowan, Tom Fg Off (RAFAC-WW-N1W-1004)</cp:lastModifiedBy>
  <cp:revision>1</cp:revision>
  <dcterms:created xsi:type="dcterms:W3CDTF">2025-05-28T12:33:28Z</dcterms:created>
  <dcterms:modified xsi:type="dcterms:W3CDTF">2025-05-28T14:48:04Z</dcterms:modified>
</cp:coreProperties>
</file>